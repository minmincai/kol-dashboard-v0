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handoutMasterIdLst>
    <p:handoutMasterId r:id="rId19"/>
  </p:handoutMasterIdLst>
  <p:sldIdLst>
    <p:sldId id="261" r:id="rId2"/>
    <p:sldId id="274" r:id="rId3"/>
    <p:sldId id="273" r:id="rId4"/>
    <p:sldId id="265" r:id="rId5"/>
    <p:sldId id="277" r:id="rId6"/>
    <p:sldId id="279" r:id="rId7"/>
    <p:sldId id="280" r:id="rId8"/>
    <p:sldId id="281" r:id="rId9"/>
    <p:sldId id="278" r:id="rId10"/>
    <p:sldId id="282" r:id="rId11"/>
    <p:sldId id="283" r:id="rId12"/>
    <p:sldId id="284" r:id="rId13"/>
    <p:sldId id="275" r:id="rId14"/>
    <p:sldId id="276" r:id="rId15"/>
    <p:sldId id="270" r:id="rId16"/>
    <p:sldId id="264"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1" userDrawn="1">
          <p15:clr>
            <a:srgbClr val="A4A3A4"/>
          </p15:clr>
        </p15:guide>
        <p15:guide id="3" pos="744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F24C6E-FE3F-4933-B7A7-1E8E893A2DC2}" v="53" dt="2025-12-04T09:20:17.0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93" autoAdjust="0"/>
    <p:restoredTop sz="93356"/>
  </p:normalViewPr>
  <p:slideViewPr>
    <p:cSldViewPr snapToGrid="0" snapToObjects="1">
      <p:cViewPr varScale="1">
        <p:scale>
          <a:sx n="86" d="100"/>
          <a:sy n="86" d="100"/>
        </p:scale>
        <p:origin x="58" y="125"/>
      </p:cViewPr>
      <p:guideLst>
        <p:guide orient="horz" pos="2160"/>
        <p:guide pos="211"/>
        <p:guide pos="7446"/>
      </p:guideLst>
    </p:cSldViewPr>
  </p:slideViewPr>
  <p:notesTextViewPr>
    <p:cViewPr>
      <p:scale>
        <a:sx n="1" d="1"/>
        <a:sy n="1" d="1"/>
      </p:scale>
      <p:origin x="0" y="0"/>
    </p:cViewPr>
  </p:notesTextViewPr>
  <p:notesViewPr>
    <p:cSldViewPr snapToGrid="0" snapToObjects="1" showGuides="1">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ley Lai" userId="944cc5fd-6b01-4af8-9b76-b2d2313a9f6a" providerId="ADAL" clId="{125009B1-0A62-4CC9-BC1C-AF24A9AA8A60}"/>
    <pc:docChg chg="undo custSel addSld delSld modSld">
      <pc:chgData name="Hailey Lai" userId="944cc5fd-6b01-4af8-9b76-b2d2313a9f6a" providerId="ADAL" clId="{125009B1-0A62-4CC9-BC1C-AF24A9AA8A60}" dt="2025-12-04T09:20:38.750" v="1127" actId="20577"/>
      <pc:docMkLst>
        <pc:docMk/>
      </pc:docMkLst>
      <pc:sldChg chg="modSp mod">
        <pc:chgData name="Hailey Lai" userId="944cc5fd-6b01-4af8-9b76-b2d2313a9f6a" providerId="ADAL" clId="{125009B1-0A62-4CC9-BC1C-AF24A9AA8A60}" dt="2025-12-03T01:48:51.409" v="1026" actId="20577"/>
        <pc:sldMkLst>
          <pc:docMk/>
          <pc:sldMk cId="741273011" sldId="261"/>
        </pc:sldMkLst>
        <pc:spChg chg="mod">
          <ac:chgData name="Hailey Lai" userId="944cc5fd-6b01-4af8-9b76-b2d2313a9f6a" providerId="ADAL" clId="{125009B1-0A62-4CC9-BC1C-AF24A9AA8A60}" dt="2025-12-03T01:48:51.409" v="1026" actId="20577"/>
          <ac:spMkLst>
            <pc:docMk/>
            <pc:sldMk cId="741273011" sldId="261"/>
            <ac:spMk id="2" creationId="{2D5954E1-1EEF-C42F-6824-D414DB9B64A6}"/>
          </ac:spMkLst>
        </pc:spChg>
      </pc:sldChg>
      <pc:sldChg chg="addSp delSp modSp mod">
        <pc:chgData name="Hailey Lai" userId="944cc5fd-6b01-4af8-9b76-b2d2313a9f6a" providerId="ADAL" clId="{125009B1-0A62-4CC9-BC1C-AF24A9AA8A60}" dt="2025-11-25T07:11:51.174" v="256" actId="1076"/>
        <pc:sldMkLst>
          <pc:docMk/>
          <pc:sldMk cId="2327527701" sldId="265"/>
        </pc:sldMkLst>
        <pc:picChg chg="add mod">
          <ac:chgData name="Hailey Lai" userId="944cc5fd-6b01-4af8-9b76-b2d2313a9f6a" providerId="ADAL" clId="{125009B1-0A62-4CC9-BC1C-AF24A9AA8A60}" dt="2025-11-25T07:11:51.174" v="256" actId="1076"/>
          <ac:picMkLst>
            <pc:docMk/>
            <pc:sldMk cId="2327527701" sldId="265"/>
            <ac:picMk id="4" creationId="{BA649B6C-10F6-28DB-2921-18315922026E}"/>
          </ac:picMkLst>
        </pc:picChg>
        <pc:picChg chg="add mod">
          <ac:chgData name="Hailey Lai" userId="944cc5fd-6b01-4af8-9b76-b2d2313a9f6a" providerId="ADAL" clId="{125009B1-0A62-4CC9-BC1C-AF24A9AA8A60}" dt="2025-11-25T07:11:51.174" v="256" actId="1076"/>
          <ac:picMkLst>
            <pc:docMk/>
            <pc:sldMk cId="2327527701" sldId="265"/>
            <ac:picMk id="6" creationId="{100710EA-58A0-2860-FBAF-76A0961250BF}"/>
          </ac:picMkLst>
        </pc:picChg>
        <pc:picChg chg="add del mod">
          <ac:chgData name="Hailey Lai" userId="944cc5fd-6b01-4af8-9b76-b2d2313a9f6a" providerId="ADAL" clId="{125009B1-0A62-4CC9-BC1C-AF24A9AA8A60}" dt="2025-11-25T07:11:51.174" v="256" actId="1076"/>
          <ac:picMkLst>
            <pc:docMk/>
            <pc:sldMk cId="2327527701" sldId="265"/>
            <ac:picMk id="8" creationId="{D46BFF07-9E71-D729-E90D-FB5335160B4C}"/>
          </ac:picMkLst>
        </pc:picChg>
      </pc:sldChg>
      <pc:sldChg chg="modSp">
        <pc:chgData name="Hailey Lai" userId="944cc5fd-6b01-4af8-9b76-b2d2313a9f6a" providerId="ADAL" clId="{125009B1-0A62-4CC9-BC1C-AF24A9AA8A60}" dt="2025-12-03T01:48:39.202" v="1024"/>
        <pc:sldMkLst>
          <pc:docMk/>
          <pc:sldMk cId="2849292289" sldId="270"/>
        </pc:sldMkLst>
        <pc:spChg chg="mod">
          <ac:chgData name="Hailey Lai" userId="944cc5fd-6b01-4af8-9b76-b2d2313a9f6a" providerId="ADAL" clId="{125009B1-0A62-4CC9-BC1C-AF24A9AA8A60}" dt="2025-12-03T01:48:39.202" v="1024"/>
          <ac:spMkLst>
            <pc:docMk/>
            <pc:sldMk cId="2849292289" sldId="270"/>
            <ac:spMk id="9" creationId="{96A39E2E-95F7-EB06-6B09-D2F90281806E}"/>
          </ac:spMkLst>
        </pc:spChg>
        <pc:picChg chg="mod">
          <ac:chgData name="Hailey Lai" userId="944cc5fd-6b01-4af8-9b76-b2d2313a9f6a" providerId="ADAL" clId="{125009B1-0A62-4CC9-BC1C-AF24A9AA8A60}" dt="2025-12-03T01:43:10.937" v="1023" actId="14826"/>
          <ac:picMkLst>
            <pc:docMk/>
            <pc:sldMk cId="2849292289" sldId="270"/>
            <ac:picMk id="10" creationId="{1FD66695-3240-3AD1-24C6-3C1D693D04A3}"/>
          </ac:picMkLst>
        </pc:picChg>
      </pc:sldChg>
      <pc:sldChg chg="addSp delSp modSp mod">
        <pc:chgData name="Hailey Lai" userId="944cc5fd-6b01-4af8-9b76-b2d2313a9f6a" providerId="ADAL" clId="{125009B1-0A62-4CC9-BC1C-AF24A9AA8A60}" dt="2025-11-25T07:10:26.471" v="209" actId="14100"/>
        <pc:sldMkLst>
          <pc:docMk/>
          <pc:sldMk cId="1757944357" sldId="273"/>
        </pc:sldMkLst>
        <pc:spChg chg="mod">
          <ac:chgData name="Hailey Lai" userId="944cc5fd-6b01-4af8-9b76-b2d2313a9f6a" providerId="ADAL" clId="{125009B1-0A62-4CC9-BC1C-AF24A9AA8A60}" dt="2025-11-25T07:09:25.681" v="185" actId="1076"/>
          <ac:spMkLst>
            <pc:docMk/>
            <pc:sldMk cId="1757944357" sldId="273"/>
            <ac:spMk id="2" creationId="{D1822D3A-58B5-1051-D682-9BCB1863FC18}"/>
          </ac:spMkLst>
        </pc:spChg>
        <pc:spChg chg="mod">
          <ac:chgData name="Hailey Lai" userId="944cc5fd-6b01-4af8-9b76-b2d2313a9f6a" providerId="ADAL" clId="{125009B1-0A62-4CC9-BC1C-AF24A9AA8A60}" dt="2025-11-25T07:06:58.175" v="43" actId="1076"/>
          <ac:spMkLst>
            <pc:docMk/>
            <pc:sldMk cId="1757944357" sldId="273"/>
            <ac:spMk id="3" creationId="{AA2E6BDE-E531-420E-8E6E-1FFD76BEDF96}"/>
          </ac:spMkLst>
        </pc:spChg>
        <pc:spChg chg="mod">
          <ac:chgData name="Hailey Lai" userId="944cc5fd-6b01-4af8-9b76-b2d2313a9f6a" providerId="ADAL" clId="{125009B1-0A62-4CC9-BC1C-AF24A9AA8A60}" dt="2025-11-25T07:10:26.471" v="209" actId="14100"/>
          <ac:spMkLst>
            <pc:docMk/>
            <pc:sldMk cId="1757944357" sldId="273"/>
            <ac:spMk id="4" creationId="{0AE6BA00-4C1B-9998-866B-ACD6111DC82C}"/>
          </ac:spMkLst>
        </pc:spChg>
        <pc:spChg chg="mod">
          <ac:chgData name="Hailey Lai" userId="944cc5fd-6b01-4af8-9b76-b2d2313a9f6a" providerId="ADAL" clId="{125009B1-0A62-4CC9-BC1C-AF24A9AA8A60}" dt="2025-11-25T07:06:58.175" v="43" actId="1076"/>
          <ac:spMkLst>
            <pc:docMk/>
            <pc:sldMk cId="1757944357" sldId="273"/>
            <ac:spMk id="5" creationId="{529A5399-F950-A844-93B6-6F5F04830F25}"/>
          </ac:spMkLst>
        </pc:spChg>
        <pc:spChg chg="add mod">
          <ac:chgData name="Hailey Lai" userId="944cc5fd-6b01-4af8-9b76-b2d2313a9f6a" providerId="ADAL" clId="{125009B1-0A62-4CC9-BC1C-AF24A9AA8A60}" dt="2025-11-25T07:10:05.996" v="204" actId="1076"/>
          <ac:spMkLst>
            <pc:docMk/>
            <pc:sldMk cId="1757944357" sldId="273"/>
            <ac:spMk id="8" creationId="{88348A9F-255B-8667-59C6-0DC7059BB4C9}"/>
          </ac:spMkLst>
        </pc:spChg>
        <pc:spChg chg="add mod">
          <ac:chgData name="Hailey Lai" userId="944cc5fd-6b01-4af8-9b76-b2d2313a9f6a" providerId="ADAL" clId="{125009B1-0A62-4CC9-BC1C-AF24A9AA8A60}" dt="2025-11-25T07:10:23.867" v="208" actId="14100"/>
          <ac:spMkLst>
            <pc:docMk/>
            <pc:sldMk cId="1757944357" sldId="273"/>
            <ac:spMk id="9" creationId="{B036191E-5E64-F3EA-EA6D-FE55389F0275}"/>
          </ac:spMkLst>
        </pc:spChg>
        <pc:picChg chg="add mod">
          <ac:chgData name="Hailey Lai" userId="944cc5fd-6b01-4af8-9b76-b2d2313a9f6a" providerId="ADAL" clId="{125009B1-0A62-4CC9-BC1C-AF24A9AA8A60}" dt="2025-11-25T07:09:38.763" v="193" actId="14100"/>
          <ac:picMkLst>
            <pc:docMk/>
            <pc:sldMk cId="1757944357" sldId="273"/>
            <ac:picMk id="7" creationId="{A044A32D-0921-A552-06A7-F173A39EA31A}"/>
          </ac:picMkLst>
        </pc:picChg>
        <pc:picChg chg="add mod">
          <ac:chgData name="Hailey Lai" userId="944cc5fd-6b01-4af8-9b76-b2d2313a9f6a" providerId="ADAL" clId="{125009B1-0A62-4CC9-BC1C-AF24A9AA8A60}" dt="2025-11-25T07:09:59.623" v="202" actId="465"/>
          <ac:picMkLst>
            <pc:docMk/>
            <pc:sldMk cId="1757944357" sldId="273"/>
            <ac:picMk id="11" creationId="{BF513D75-61F5-6055-2B0A-8810332B7AA7}"/>
          </ac:picMkLst>
        </pc:picChg>
        <pc:picChg chg="add mod">
          <ac:chgData name="Hailey Lai" userId="944cc5fd-6b01-4af8-9b76-b2d2313a9f6a" providerId="ADAL" clId="{125009B1-0A62-4CC9-BC1C-AF24A9AA8A60}" dt="2025-11-25T07:10:01.413" v="203" actId="408"/>
          <ac:picMkLst>
            <pc:docMk/>
            <pc:sldMk cId="1757944357" sldId="273"/>
            <ac:picMk id="13" creationId="{74117406-4B70-D41F-C178-2D9B3A35ACAE}"/>
          </ac:picMkLst>
        </pc:picChg>
        <pc:picChg chg="add mod">
          <ac:chgData name="Hailey Lai" userId="944cc5fd-6b01-4af8-9b76-b2d2313a9f6a" providerId="ADAL" clId="{125009B1-0A62-4CC9-BC1C-AF24A9AA8A60}" dt="2025-11-25T07:09:51.985" v="199" actId="1076"/>
          <ac:picMkLst>
            <pc:docMk/>
            <pc:sldMk cId="1757944357" sldId="273"/>
            <ac:picMk id="15" creationId="{15A399ED-4B00-1232-6B85-54D64C19AE58}"/>
          </ac:picMkLst>
        </pc:picChg>
      </pc:sldChg>
      <pc:sldChg chg="addSp delSp modSp mod">
        <pc:chgData name="Hailey Lai" userId="944cc5fd-6b01-4af8-9b76-b2d2313a9f6a" providerId="ADAL" clId="{125009B1-0A62-4CC9-BC1C-AF24A9AA8A60}" dt="2025-12-03T01:41:09.666" v="1018" actId="20577"/>
        <pc:sldMkLst>
          <pc:docMk/>
          <pc:sldMk cId="4262063232" sldId="275"/>
        </pc:sldMkLst>
        <pc:spChg chg="add del mod">
          <ac:chgData name="Hailey Lai" userId="944cc5fd-6b01-4af8-9b76-b2d2313a9f6a" providerId="ADAL" clId="{125009B1-0A62-4CC9-BC1C-AF24A9AA8A60}" dt="2025-12-03T01:41:09.666" v="1018" actId="20577"/>
          <ac:spMkLst>
            <pc:docMk/>
            <pc:sldMk cId="4262063232" sldId="275"/>
            <ac:spMk id="4" creationId="{B306EB99-A499-8152-6BB6-296278A0E1DE}"/>
          </ac:spMkLst>
        </pc:spChg>
        <pc:graphicFrameChg chg="mod modGraphic">
          <ac:chgData name="Hailey Lai" userId="944cc5fd-6b01-4af8-9b76-b2d2313a9f6a" providerId="ADAL" clId="{125009B1-0A62-4CC9-BC1C-AF24A9AA8A60}" dt="2025-12-03T01:40:59.440" v="1012" actId="20577"/>
          <ac:graphicFrameMkLst>
            <pc:docMk/>
            <pc:sldMk cId="4262063232" sldId="275"/>
            <ac:graphicFrameMk id="2" creationId="{3E9F4E56-8BFE-8789-208A-4BCD0351C429}"/>
          </ac:graphicFrameMkLst>
        </pc:graphicFrameChg>
      </pc:sldChg>
      <pc:sldChg chg="addSp modSp mod">
        <pc:chgData name="Hailey Lai" userId="944cc5fd-6b01-4af8-9b76-b2d2313a9f6a" providerId="ADAL" clId="{125009B1-0A62-4CC9-BC1C-AF24A9AA8A60}" dt="2025-12-04T09:20:38.750" v="1127" actId="20577"/>
        <pc:sldMkLst>
          <pc:docMk/>
          <pc:sldMk cId="1367784942" sldId="276"/>
        </pc:sldMkLst>
        <pc:spChg chg="add mod">
          <ac:chgData name="Hailey Lai" userId="944cc5fd-6b01-4af8-9b76-b2d2313a9f6a" providerId="ADAL" clId="{125009B1-0A62-4CC9-BC1C-AF24A9AA8A60}" dt="2025-12-03T01:41:14.657" v="1019"/>
          <ac:spMkLst>
            <pc:docMk/>
            <pc:sldMk cId="1367784942" sldId="276"/>
            <ac:spMk id="4" creationId="{A90772E7-F6E0-6BCF-0B0C-62500B7DC399}"/>
          </ac:spMkLst>
        </pc:spChg>
        <pc:graphicFrameChg chg="mod modGraphic">
          <ac:chgData name="Hailey Lai" userId="944cc5fd-6b01-4af8-9b76-b2d2313a9f6a" providerId="ADAL" clId="{125009B1-0A62-4CC9-BC1C-AF24A9AA8A60}" dt="2025-12-04T09:20:38.750" v="1127" actId="20577"/>
          <ac:graphicFrameMkLst>
            <pc:docMk/>
            <pc:sldMk cId="1367784942" sldId="276"/>
            <ac:graphicFrameMk id="2" creationId="{FEE82BC4-6B2E-E52F-8742-7134ABD9D219}"/>
          </ac:graphicFrameMkLst>
        </pc:graphicFrameChg>
      </pc:sldChg>
      <pc:sldChg chg="addSp delSp modSp mod">
        <pc:chgData name="Hailey Lai" userId="944cc5fd-6b01-4af8-9b76-b2d2313a9f6a" providerId="ADAL" clId="{125009B1-0A62-4CC9-BC1C-AF24A9AA8A60}" dt="2025-11-25T07:13:13.188" v="289" actId="1037"/>
        <pc:sldMkLst>
          <pc:docMk/>
          <pc:sldMk cId="522630862" sldId="277"/>
        </pc:sldMkLst>
        <pc:picChg chg="add mod">
          <ac:chgData name="Hailey Lai" userId="944cc5fd-6b01-4af8-9b76-b2d2313a9f6a" providerId="ADAL" clId="{125009B1-0A62-4CC9-BC1C-AF24A9AA8A60}" dt="2025-11-25T07:13:13.188" v="289" actId="1037"/>
          <ac:picMkLst>
            <pc:docMk/>
            <pc:sldMk cId="522630862" sldId="277"/>
            <ac:picMk id="4" creationId="{3B8AF256-24E2-33EA-033C-E6DB79A5A909}"/>
          </ac:picMkLst>
        </pc:picChg>
        <pc:picChg chg="add mod">
          <ac:chgData name="Hailey Lai" userId="944cc5fd-6b01-4af8-9b76-b2d2313a9f6a" providerId="ADAL" clId="{125009B1-0A62-4CC9-BC1C-AF24A9AA8A60}" dt="2025-11-25T07:13:13.188" v="289" actId="1037"/>
          <ac:picMkLst>
            <pc:docMk/>
            <pc:sldMk cId="522630862" sldId="277"/>
            <ac:picMk id="6" creationId="{D0DF3FA5-B2D1-0D56-7B65-7D63D8259AC2}"/>
          </ac:picMkLst>
        </pc:picChg>
        <pc:picChg chg="add mod">
          <ac:chgData name="Hailey Lai" userId="944cc5fd-6b01-4af8-9b76-b2d2313a9f6a" providerId="ADAL" clId="{125009B1-0A62-4CC9-BC1C-AF24A9AA8A60}" dt="2025-11-25T07:13:13.188" v="289" actId="1037"/>
          <ac:picMkLst>
            <pc:docMk/>
            <pc:sldMk cId="522630862" sldId="277"/>
            <ac:picMk id="8" creationId="{6957D859-0848-4F13-BFC2-8FE2BC4BAD5B}"/>
          </ac:picMkLst>
        </pc:picChg>
      </pc:sldChg>
      <pc:sldChg chg="addSp modSp mod">
        <pc:chgData name="Hailey Lai" userId="944cc5fd-6b01-4af8-9b76-b2d2313a9f6a" providerId="ADAL" clId="{125009B1-0A62-4CC9-BC1C-AF24A9AA8A60}" dt="2025-11-25T07:15:14.785" v="330" actId="1076"/>
        <pc:sldMkLst>
          <pc:docMk/>
          <pc:sldMk cId="1235145535" sldId="278"/>
        </pc:sldMkLst>
        <pc:spChg chg="mod">
          <ac:chgData name="Hailey Lai" userId="944cc5fd-6b01-4af8-9b76-b2d2313a9f6a" providerId="ADAL" clId="{125009B1-0A62-4CC9-BC1C-AF24A9AA8A60}" dt="2025-11-25T07:15:07.707" v="329" actId="1076"/>
          <ac:spMkLst>
            <pc:docMk/>
            <pc:sldMk cId="1235145535" sldId="278"/>
            <ac:spMk id="2" creationId="{54C2B084-37DF-0F40-A070-3CA327BE58F9}"/>
          </ac:spMkLst>
        </pc:spChg>
        <pc:spChg chg="mod">
          <ac:chgData name="Hailey Lai" userId="944cc5fd-6b01-4af8-9b76-b2d2313a9f6a" providerId="ADAL" clId="{125009B1-0A62-4CC9-BC1C-AF24A9AA8A60}" dt="2025-11-25T07:15:14.785" v="330" actId="1076"/>
          <ac:spMkLst>
            <pc:docMk/>
            <pc:sldMk cId="1235145535" sldId="278"/>
            <ac:spMk id="3" creationId="{0F6FE03F-87A4-8478-8202-2C2BB7836C3B}"/>
          </ac:spMkLst>
        </pc:spChg>
        <pc:spChg chg="mod">
          <ac:chgData name="Hailey Lai" userId="944cc5fd-6b01-4af8-9b76-b2d2313a9f6a" providerId="ADAL" clId="{125009B1-0A62-4CC9-BC1C-AF24A9AA8A60}" dt="2025-11-25T07:14:53.561" v="326" actId="14100"/>
          <ac:spMkLst>
            <pc:docMk/>
            <pc:sldMk cId="1235145535" sldId="278"/>
            <ac:spMk id="4" creationId="{C8DA414E-B69A-0F40-782B-21C03F9A0DE5}"/>
          </ac:spMkLst>
        </pc:spChg>
        <pc:spChg chg="mod">
          <ac:chgData name="Hailey Lai" userId="944cc5fd-6b01-4af8-9b76-b2d2313a9f6a" providerId="ADAL" clId="{125009B1-0A62-4CC9-BC1C-AF24A9AA8A60}" dt="2025-11-25T07:15:14.785" v="330" actId="1076"/>
          <ac:spMkLst>
            <pc:docMk/>
            <pc:sldMk cId="1235145535" sldId="278"/>
            <ac:spMk id="5" creationId="{8FA7649E-6E3C-4ABA-0F84-CB5CB9B79448}"/>
          </ac:spMkLst>
        </pc:spChg>
        <pc:spChg chg="add mod">
          <ac:chgData name="Hailey Lai" userId="944cc5fd-6b01-4af8-9b76-b2d2313a9f6a" providerId="ADAL" clId="{125009B1-0A62-4CC9-BC1C-AF24A9AA8A60}" dt="2025-11-25T07:14:40.345" v="314" actId="1076"/>
          <ac:spMkLst>
            <pc:docMk/>
            <pc:sldMk cId="1235145535" sldId="278"/>
            <ac:spMk id="8" creationId="{EBEE479F-01BD-7F94-4863-728A61E77FE1}"/>
          </ac:spMkLst>
        </pc:spChg>
        <pc:picChg chg="add mod">
          <ac:chgData name="Hailey Lai" userId="944cc5fd-6b01-4af8-9b76-b2d2313a9f6a" providerId="ADAL" clId="{125009B1-0A62-4CC9-BC1C-AF24A9AA8A60}" dt="2025-11-25T07:14:59.619" v="327" actId="1076"/>
          <ac:picMkLst>
            <pc:docMk/>
            <pc:sldMk cId="1235145535" sldId="278"/>
            <ac:picMk id="7" creationId="{F17E880B-E339-5C08-40F6-39DE95E0A518}"/>
          </ac:picMkLst>
        </pc:picChg>
        <pc:picChg chg="add mod">
          <ac:chgData name="Hailey Lai" userId="944cc5fd-6b01-4af8-9b76-b2d2313a9f6a" providerId="ADAL" clId="{125009B1-0A62-4CC9-BC1C-AF24A9AA8A60}" dt="2025-11-25T07:14:29.891" v="308" actId="14100"/>
          <ac:picMkLst>
            <pc:docMk/>
            <pc:sldMk cId="1235145535" sldId="278"/>
            <ac:picMk id="10" creationId="{31E7A485-AA52-6EA9-2786-A6A510D023CE}"/>
          </ac:picMkLst>
        </pc:picChg>
        <pc:picChg chg="add mod">
          <ac:chgData name="Hailey Lai" userId="944cc5fd-6b01-4af8-9b76-b2d2313a9f6a" providerId="ADAL" clId="{125009B1-0A62-4CC9-BC1C-AF24A9AA8A60}" dt="2025-11-25T07:14:36.317" v="313" actId="14100"/>
          <ac:picMkLst>
            <pc:docMk/>
            <pc:sldMk cId="1235145535" sldId="278"/>
            <ac:picMk id="12" creationId="{001D78E9-AE3F-EE1F-39E8-8D84FD9B3589}"/>
          </ac:picMkLst>
        </pc:picChg>
      </pc:sldChg>
      <pc:sldChg chg="addSp delSp modSp mod">
        <pc:chgData name="Hailey Lai" userId="944cc5fd-6b01-4af8-9b76-b2d2313a9f6a" providerId="ADAL" clId="{125009B1-0A62-4CC9-BC1C-AF24A9AA8A60}" dt="2025-11-25T07:18:11.748" v="364" actId="1076"/>
        <pc:sldMkLst>
          <pc:docMk/>
          <pc:sldMk cId="1667534823" sldId="279"/>
        </pc:sldMkLst>
        <pc:picChg chg="add mod">
          <ac:chgData name="Hailey Lai" userId="944cc5fd-6b01-4af8-9b76-b2d2313a9f6a" providerId="ADAL" clId="{125009B1-0A62-4CC9-BC1C-AF24A9AA8A60}" dt="2025-11-25T07:18:11.748" v="364" actId="1076"/>
          <ac:picMkLst>
            <pc:docMk/>
            <pc:sldMk cId="1667534823" sldId="279"/>
            <ac:picMk id="4" creationId="{616271D3-5357-9A03-B374-892A5BB8E9C2}"/>
          </ac:picMkLst>
        </pc:picChg>
        <pc:picChg chg="add mod">
          <ac:chgData name="Hailey Lai" userId="944cc5fd-6b01-4af8-9b76-b2d2313a9f6a" providerId="ADAL" clId="{125009B1-0A62-4CC9-BC1C-AF24A9AA8A60}" dt="2025-11-25T07:18:11.748" v="364" actId="1076"/>
          <ac:picMkLst>
            <pc:docMk/>
            <pc:sldMk cId="1667534823" sldId="279"/>
            <ac:picMk id="6" creationId="{9AC94D84-9CD1-92E5-B685-B0D69C27CAA0}"/>
          </ac:picMkLst>
        </pc:picChg>
        <pc:picChg chg="add mod">
          <ac:chgData name="Hailey Lai" userId="944cc5fd-6b01-4af8-9b76-b2d2313a9f6a" providerId="ADAL" clId="{125009B1-0A62-4CC9-BC1C-AF24A9AA8A60}" dt="2025-11-25T07:18:11.748" v="364" actId="1076"/>
          <ac:picMkLst>
            <pc:docMk/>
            <pc:sldMk cId="1667534823" sldId="279"/>
            <ac:picMk id="8" creationId="{8D9A38D9-499E-721E-7CB3-7968153D73BD}"/>
          </ac:picMkLst>
        </pc:picChg>
      </pc:sldChg>
      <pc:sldChg chg="addSp delSp modSp mod">
        <pc:chgData name="Hailey Lai" userId="944cc5fd-6b01-4af8-9b76-b2d2313a9f6a" providerId="ADAL" clId="{125009B1-0A62-4CC9-BC1C-AF24A9AA8A60}" dt="2025-11-25T07:18:57.648" v="398" actId="1076"/>
        <pc:sldMkLst>
          <pc:docMk/>
          <pc:sldMk cId="3434322610" sldId="280"/>
        </pc:sldMkLst>
        <pc:picChg chg="add mod">
          <ac:chgData name="Hailey Lai" userId="944cc5fd-6b01-4af8-9b76-b2d2313a9f6a" providerId="ADAL" clId="{125009B1-0A62-4CC9-BC1C-AF24A9AA8A60}" dt="2025-11-25T07:18:53.037" v="396" actId="1076"/>
          <ac:picMkLst>
            <pc:docMk/>
            <pc:sldMk cId="3434322610" sldId="280"/>
            <ac:picMk id="4" creationId="{8348FABB-305B-DF3A-DCB5-9813EC291334}"/>
          </ac:picMkLst>
        </pc:picChg>
        <pc:picChg chg="add mod">
          <ac:chgData name="Hailey Lai" userId="944cc5fd-6b01-4af8-9b76-b2d2313a9f6a" providerId="ADAL" clId="{125009B1-0A62-4CC9-BC1C-AF24A9AA8A60}" dt="2025-11-25T07:18:54.745" v="397" actId="1076"/>
          <ac:picMkLst>
            <pc:docMk/>
            <pc:sldMk cId="3434322610" sldId="280"/>
            <ac:picMk id="6" creationId="{A9148E2D-7F52-80FD-4DE8-AD29E495758C}"/>
          </ac:picMkLst>
        </pc:picChg>
        <pc:picChg chg="add mod">
          <ac:chgData name="Hailey Lai" userId="944cc5fd-6b01-4af8-9b76-b2d2313a9f6a" providerId="ADAL" clId="{125009B1-0A62-4CC9-BC1C-AF24A9AA8A60}" dt="2025-11-25T07:18:57.648" v="398" actId="1076"/>
          <ac:picMkLst>
            <pc:docMk/>
            <pc:sldMk cId="3434322610" sldId="280"/>
            <ac:picMk id="8" creationId="{3753B8C9-A62E-8087-3951-D4D3A27467C0}"/>
          </ac:picMkLst>
        </pc:picChg>
      </pc:sldChg>
      <pc:sldChg chg="addSp modSp mod">
        <pc:chgData name="Hailey Lai" userId="944cc5fd-6b01-4af8-9b76-b2d2313a9f6a" providerId="ADAL" clId="{125009B1-0A62-4CC9-BC1C-AF24A9AA8A60}" dt="2025-11-25T07:23:59.951" v="416" actId="1076"/>
        <pc:sldMkLst>
          <pc:docMk/>
          <pc:sldMk cId="951309763" sldId="281"/>
        </pc:sldMkLst>
        <pc:spChg chg="mod">
          <ac:chgData name="Hailey Lai" userId="944cc5fd-6b01-4af8-9b76-b2d2313a9f6a" providerId="ADAL" clId="{125009B1-0A62-4CC9-BC1C-AF24A9AA8A60}" dt="2025-11-25T07:23:47.679" v="411" actId="1076"/>
          <ac:spMkLst>
            <pc:docMk/>
            <pc:sldMk cId="951309763" sldId="281"/>
            <ac:spMk id="3" creationId="{1BFD3791-3432-D976-A748-79D5AD30B890}"/>
          </ac:spMkLst>
        </pc:spChg>
        <pc:spChg chg="mod">
          <ac:chgData name="Hailey Lai" userId="944cc5fd-6b01-4af8-9b76-b2d2313a9f6a" providerId="ADAL" clId="{125009B1-0A62-4CC9-BC1C-AF24A9AA8A60}" dt="2025-11-25T07:23:59.951" v="416" actId="1076"/>
          <ac:spMkLst>
            <pc:docMk/>
            <pc:sldMk cId="951309763" sldId="281"/>
            <ac:spMk id="4" creationId="{C0F7419B-2DFD-E841-CC04-6E5B09EFF365}"/>
          </ac:spMkLst>
        </pc:spChg>
        <pc:spChg chg="mod">
          <ac:chgData name="Hailey Lai" userId="944cc5fd-6b01-4af8-9b76-b2d2313a9f6a" providerId="ADAL" clId="{125009B1-0A62-4CC9-BC1C-AF24A9AA8A60}" dt="2025-11-25T07:23:49.357" v="412" actId="1076"/>
          <ac:spMkLst>
            <pc:docMk/>
            <pc:sldMk cId="951309763" sldId="281"/>
            <ac:spMk id="5" creationId="{F678D1AF-F9BA-E85B-D990-F4D0D89FC737}"/>
          </ac:spMkLst>
        </pc:spChg>
        <pc:picChg chg="add mod">
          <ac:chgData name="Hailey Lai" userId="944cc5fd-6b01-4af8-9b76-b2d2313a9f6a" providerId="ADAL" clId="{125009B1-0A62-4CC9-BC1C-AF24A9AA8A60}" dt="2025-11-25T07:23:46.157" v="410" actId="1076"/>
          <ac:picMkLst>
            <pc:docMk/>
            <pc:sldMk cId="951309763" sldId="281"/>
            <ac:picMk id="7" creationId="{61453124-79D3-0DE9-5A62-4D0F72FE972B}"/>
          </ac:picMkLst>
        </pc:picChg>
        <pc:picChg chg="add mod">
          <ac:chgData name="Hailey Lai" userId="944cc5fd-6b01-4af8-9b76-b2d2313a9f6a" providerId="ADAL" clId="{125009B1-0A62-4CC9-BC1C-AF24A9AA8A60}" dt="2025-11-25T07:23:44.934" v="409" actId="14100"/>
          <ac:picMkLst>
            <pc:docMk/>
            <pc:sldMk cId="951309763" sldId="281"/>
            <ac:picMk id="9" creationId="{ACEC369D-D011-9914-D71F-A88C9CC9FDCD}"/>
          </ac:picMkLst>
        </pc:picChg>
      </pc:sldChg>
      <pc:sldChg chg="addSp delSp modSp mod">
        <pc:chgData name="Hailey Lai" userId="944cc5fd-6b01-4af8-9b76-b2d2313a9f6a" providerId="ADAL" clId="{125009B1-0A62-4CC9-BC1C-AF24A9AA8A60}" dt="2025-11-26T08:57:10.136" v="440" actId="1076"/>
        <pc:sldMkLst>
          <pc:docMk/>
          <pc:sldMk cId="3228310566" sldId="282"/>
        </pc:sldMkLst>
        <pc:picChg chg="add mod">
          <ac:chgData name="Hailey Lai" userId="944cc5fd-6b01-4af8-9b76-b2d2313a9f6a" providerId="ADAL" clId="{125009B1-0A62-4CC9-BC1C-AF24A9AA8A60}" dt="2025-11-26T08:57:10.136" v="440" actId="1076"/>
          <ac:picMkLst>
            <pc:docMk/>
            <pc:sldMk cId="3228310566" sldId="282"/>
            <ac:picMk id="4" creationId="{74EA4BD2-969F-DDF1-F974-711F4FED9946}"/>
          </ac:picMkLst>
        </pc:picChg>
        <pc:picChg chg="add mod">
          <ac:chgData name="Hailey Lai" userId="944cc5fd-6b01-4af8-9b76-b2d2313a9f6a" providerId="ADAL" clId="{125009B1-0A62-4CC9-BC1C-AF24A9AA8A60}" dt="2025-11-26T08:57:10.136" v="440" actId="1076"/>
          <ac:picMkLst>
            <pc:docMk/>
            <pc:sldMk cId="3228310566" sldId="282"/>
            <ac:picMk id="6" creationId="{50EF3329-38B0-3EAA-9F59-B9A895B6D0A0}"/>
          </ac:picMkLst>
        </pc:picChg>
        <pc:picChg chg="add mod">
          <ac:chgData name="Hailey Lai" userId="944cc5fd-6b01-4af8-9b76-b2d2313a9f6a" providerId="ADAL" clId="{125009B1-0A62-4CC9-BC1C-AF24A9AA8A60}" dt="2025-11-26T08:57:10.136" v="440" actId="1076"/>
          <ac:picMkLst>
            <pc:docMk/>
            <pc:sldMk cId="3228310566" sldId="282"/>
            <ac:picMk id="8" creationId="{B61AD6D9-91F3-BE76-14FB-42779B2B2D2C}"/>
          </ac:picMkLst>
        </pc:picChg>
      </pc:sldChg>
      <pc:sldChg chg="addSp modSp mod">
        <pc:chgData name="Hailey Lai" userId="944cc5fd-6b01-4af8-9b76-b2d2313a9f6a" providerId="ADAL" clId="{125009B1-0A62-4CC9-BC1C-AF24A9AA8A60}" dt="2025-11-26T08:57:56.251" v="465" actId="1076"/>
        <pc:sldMkLst>
          <pc:docMk/>
          <pc:sldMk cId="565801392" sldId="283"/>
        </pc:sldMkLst>
        <pc:picChg chg="add mod">
          <ac:chgData name="Hailey Lai" userId="944cc5fd-6b01-4af8-9b76-b2d2313a9f6a" providerId="ADAL" clId="{125009B1-0A62-4CC9-BC1C-AF24A9AA8A60}" dt="2025-11-26T08:57:56.251" v="465" actId="1076"/>
          <ac:picMkLst>
            <pc:docMk/>
            <pc:sldMk cId="565801392" sldId="283"/>
            <ac:picMk id="4" creationId="{820F99D1-3FE0-8780-5C2C-77725C679A76}"/>
          </ac:picMkLst>
        </pc:picChg>
        <pc:picChg chg="add mod">
          <ac:chgData name="Hailey Lai" userId="944cc5fd-6b01-4af8-9b76-b2d2313a9f6a" providerId="ADAL" clId="{125009B1-0A62-4CC9-BC1C-AF24A9AA8A60}" dt="2025-11-26T08:57:56.251" v="465" actId="1076"/>
          <ac:picMkLst>
            <pc:docMk/>
            <pc:sldMk cId="565801392" sldId="283"/>
            <ac:picMk id="6" creationId="{34D5DCFF-6D8A-F237-7399-511B171B7191}"/>
          </ac:picMkLst>
        </pc:picChg>
        <pc:picChg chg="add mod">
          <ac:chgData name="Hailey Lai" userId="944cc5fd-6b01-4af8-9b76-b2d2313a9f6a" providerId="ADAL" clId="{125009B1-0A62-4CC9-BC1C-AF24A9AA8A60}" dt="2025-11-26T08:57:56.251" v="465" actId="1076"/>
          <ac:picMkLst>
            <pc:docMk/>
            <pc:sldMk cId="565801392" sldId="283"/>
            <ac:picMk id="8" creationId="{B6C4697B-2792-E843-75FA-D5479E1BC984}"/>
          </ac:picMkLst>
        </pc:picChg>
        <pc:picChg chg="add mod">
          <ac:chgData name="Hailey Lai" userId="944cc5fd-6b01-4af8-9b76-b2d2313a9f6a" providerId="ADAL" clId="{125009B1-0A62-4CC9-BC1C-AF24A9AA8A60}" dt="2025-11-26T08:57:56.251" v="465" actId="1076"/>
          <ac:picMkLst>
            <pc:docMk/>
            <pc:sldMk cId="565801392" sldId="283"/>
            <ac:picMk id="10" creationId="{BFB7FB26-65BF-3A7B-A426-42D27E019B19}"/>
          </ac:picMkLst>
        </pc:picChg>
      </pc:sldChg>
      <pc:sldChg chg="addSp delSp modSp mod">
        <pc:chgData name="Hailey Lai" userId="944cc5fd-6b01-4af8-9b76-b2d2313a9f6a" providerId="ADAL" clId="{125009B1-0A62-4CC9-BC1C-AF24A9AA8A60}" dt="2025-12-03T01:42:16.907" v="1022"/>
        <pc:sldMkLst>
          <pc:docMk/>
          <pc:sldMk cId="3902695834" sldId="284"/>
        </pc:sldMkLst>
        <pc:spChg chg="mod">
          <ac:chgData name="Hailey Lai" userId="944cc5fd-6b01-4af8-9b76-b2d2313a9f6a" providerId="ADAL" clId="{125009B1-0A62-4CC9-BC1C-AF24A9AA8A60}" dt="2025-12-03T01:27:08.449" v="817" actId="1076"/>
          <ac:spMkLst>
            <pc:docMk/>
            <pc:sldMk cId="3902695834" sldId="284"/>
            <ac:spMk id="4" creationId="{FAF06942-8161-85D0-2E93-D3A773A668D3}"/>
          </ac:spMkLst>
        </pc:spChg>
        <pc:spChg chg="add mod">
          <ac:chgData name="Hailey Lai" userId="944cc5fd-6b01-4af8-9b76-b2d2313a9f6a" providerId="ADAL" clId="{125009B1-0A62-4CC9-BC1C-AF24A9AA8A60}" dt="2025-12-03T01:42:16.907" v="1022"/>
          <ac:spMkLst>
            <pc:docMk/>
            <pc:sldMk cId="3902695834" sldId="284"/>
            <ac:spMk id="6" creationId="{0DE67513-F503-C00B-FFFB-843C034BD1CA}"/>
          </ac:spMkLst>
        </pc:spChg>
        <pc:picChg chg="add mod">
          <ac:chgData name="Hailey Lai" userId="944cc5fd-6b01-4af8-9b76-b2d2313a9f6a" providerId="ADAL" clId="{125009B1-0A62-4CC9-BC1C-AF24A9AA8A60}" dt="2025-11-26T09:05:51.955" v="694" actId="1076"/>
          <ac:picMkLst>
            <pc:docMk/>
            <pc:sldMk cId="3902695834" sldId="284"/>
            <ac:picMk id="7" creationId="{7AF0BC6F-E3F9-3E60-A642-CAABCA7561B9}"/>
          </ac:picMkLst>
        </pc:picChg>
        <pc:picChg chg="add mod">
          <ac:chgData name="Hailey Lai" userId="944cc5fd-6b01-4af8-9b76-b2d2313a9f6a" providerId="ADAL" clId="{125009B1-0A62-4CC9-BC1C-AF24A9AA8A60}" dt="2025-12-03T01:26:59.907" v="811" actId="14100"/>
          <ac:picMkLst>
            <pc:docMk/>
            <pc:sldMk cId="3902695834" sldId="284"/>
            <ac:picMk id="9" creationId="{1213F105-F81C-CDDC-F796-FA459C47299F}"/>
          </ac:picMkLst>
        </pc:picChg>
        <pc:picChg chg="add mod">
          <ac:chgData name="Hailey Lai" userId="944cc5fd-6b01-4af8-9b76-b2d2313a9f6a" providerId="ADAL" clId="{125009B1-0A62-4CC9-BC1C-AF24A9AA8A60}" dt="2025-12-03T01:27:03.230" v="814" actId="1076"/>
          <ac:picMkLst>
            <pc:docMk/>
            <pc:sldMk cId="3902695834" sldId="284"/>
            <ac:picMk id="11" creationId="{6425D777-A8F3-B3D7-C0C8-66EF4B5186C3}"/>
          </ac:picMkLst>
        </pc:picChg>
        <pc:picChg chg="add del mod">
          <ac:chgData name="Hailey Lai" userId="944cc5fd-6b01-4af8-9b76-b2d2313a9f6a" providerId="ADAL" clId="{125009B1-0A62-4CC9-BC1C-AF24A9AA8A60}" dt="2025-12-03T01:26:45.022" v="806" actId="478"/>
          <ac:picMkLst>
            <pc:docMk/>
            <pc:sldMk cId="3902695834" sldId="284"/>
            <ac:picMk id="13" creationId="{AE6B5B11-F5E5-E6EA-315E-08BE54327B59}"/>
          </ac:picMkLst>
        </pc:picChg>
      </pc:sldChg>
      <pc:sldChg chg="addSp delSp modSp mod">
        <pc:chgData name="Hailey Lai" userId="944cc5fd-6b01-4af8-9b76-b2d2313a9f6a" providerId="ADAL" clId="{125009B1-0A62-4CC9-BC1C-AF24A9AA8A60}" dt="2025-12-03T01:29:29.170" v="916" actId="1076"/>
        <pc:sldMkLst>
          <pc:docMk/>
          <pc:sldMk cId="3901013578" sldId="285"/>
        </pc:sldMkLst>
        <pc:spChg chg="mod">
          <ac:chgData name="Hailey Lai" userId="944cc5fd-6b01-4af8-9b76-b2d2313a9f6a" providerId="ADAL" clId="{125009B1-0A62-4CC9-BC1C-AF24A9AA8A60}" dt="2025-12-03T01:28:22.637" v="859" actId="20577"/>
          <ac:spMkLst>
            <pc:docMk/>
            <pc:sldMk cId="3901013578" sldId="285"/>
            <ac:spMk id="3" creationId="{C9F0228E-C4DB-1AB8-C2C8-8DA338C53D35}"/>
          </ac:spMkLst>
        </pc:spChg>
        <pc:picChg chg="add mod">
          <ac:chgData name="Hailey Lai" userId="944cc5fd-6b01-4af8-9b76-b2d2313a9f6a" providerId="ADAL" clId="{125009B1-0A62-4CC9-BC1C-AF24A9AA8A60}" dt="2025-12-03T01:29:23.102" v="911" actId="1076"/>
          <ac:picMkLst>
            <pc:docMk/>
            <pc:sldMk cId="3901013578" sldId="285"/>
            <ac:picMk id="4" creationId="{3852BE50-8A3C-A72D-DBD1-00ADE9CDF916}"/>
          </ac:picMkLst>
        </pc:picChg>
        <pc:picChg chg="add mod">
          <ac:chgData name="Hailey Lai" userId="944cc5fd-6b01-4af8-9b76-b2d2313a9f6a" providerId="ADAL" clId="{125009B1-0A62-4CC9-BC1C-AF24A9AA8A60}" dt="2025-12-03T01:29:24.072" v="912" actId="1076"/>
          <ac:picMkLst>
            <pc:docMk/>
            <pc:sldMk cId="3901013578" sldId="285"/>
            <ac:picMk id="6" creationId="{95408DA8-702D-BC4B-1E75-CA2111674AB5}"/>
          </ac:picMkLst>
        </pc:picChg>
        <pc:picChg chg="add del mod">
          <ac:chgData name="Hailey Lai" userId="944cc5fd-6b01-4af8-9b76-b2d2313a9f6a" providerId="ADAL" clId="{125009B1-0A62-4CC9-BC1C-AF24A9AA8A60}" dt="2025-12-03T01:29:16.196" v="908" actId="478"/>
          <ac:picMkLst>
            <pc:docMk/>
            <pc:sldMk cId="3901013578" sldId="285"/>
            <ac:picMk id="8" creationId="{7CA409FC-F442-C1A3-A091-F0A5D04E8C83}"/>
          </ac:picMkLst>
        </pc:picChg>
        <pc:picChg chg="add mod">
          <ac:chgData name="Hailey Lai" userId="944cc5fd-6b01-4af8-9b76-b2d2313a9f6a" providerId="ADAL" clId="{125009B1-0A62-4CC9-BC1C-AF24A9AA8A60}" dt="2025-12-03T01:29:27.686" v="915" actId="1076"/>
          <ac:picMkLst>
            <pc:docMk/>
            <pc:sldMk cId="3901013578" sldId="285"/>
            <ac:picMk id="10" creationId="{877A65AA-AB6E-3287-B402-50BEE5A2048E}"/>
          </ac:picMkLst>
        </pc:picChg>
        <pc:picChg chg="add mod">
          <ac:chgData name="Hailey Lai" userId="944cc5fd-6b01-4af8-9b76-b2d2313a9f6a" providerId="ADAL" clId="{125009B1-0A62-4CC9-BC1C-AF24A9AA8A60}" dt="2025-12-03T01:29:29.170" v="916" actId="1076"/>
          <ac:picMkLst>
            <pc:docMk/>
            <pc:sldMk cId="3901013578" sldId="285"/>
            <ac:picMk id="12" creationId="{71224B26-8114-F2B8-47A1-046503731570}"/>
          </ac:picMkLst>
        </pc:picChg>
      </pc:sldChg>
      <pc:sldChg chg="addSp modSp mod">
        <pc:chgData name="Hailey Lai" userId="944cc5fd-6b01-4af8-9b76-b2d2313a9f6a" providerId="ADAL" clId="{125009B1-0A62-4CC9-BC1C-AF24A9AA8A60}" dt="2025-12-03T01:39:45.708" v="992"/>
        <pc:sldMkLst>
          <pc:docMk/>
          <pc:sldMk cId="3962956235" sldId="286"/>
        </pc:sldMkLst>
        <pc:spChg chg="mod">
          <ac:chgData name="Hailey Lai" userId="944cc5fd-6b01-4af8-9b76-b2d2313a9f6a" providerId="ADAL" clId="{125009B1-0A62-4CC9-BC1C-AF24A9AA8A60}" dt="2025-12-03T01:39:45.708" v="992"/>
          <ac:spMkLst>
            <pc:docMk/>
            <pc:sldMk cId="3962956235" sldId="286"/>
            <ac:spMk id="3" creationId="{9C3F2C2D-7130-47C6-3298-1DAF4C815CC6}"/>
          </ac:spMkLst>
        </pc:spChg>
        <pc:picChg chg="add mod">
          <ac:chgData name="Hailey Lai" userId="944cc5fd-6b01-4af8-9b76-b2d2313a9f6a" providerId="ADAL" clId="{125009B1-0A62-4CC9-BC1C-AF24A9AA8A60}" dt="2025-12-03T01:29:41.926" v="917" actId="1076"/>
          <ac:picMkLst>
            <pc:docMk/>
            <pc:sldMk cId="3962956235" sldId="286"/>
            <ac:picMk id="4" creationId="{97A305A4-5A16-D204-A45C-FDD44D2935B2}"/>
          </ac:picMkLst>
        </pc:picChg>
        <pc:picChg chg="add mod">
          <ac:chgData name="Hailey Lai" userId="944cc5fd-6b01-4af8-9b76-b2d2313a9f6a" providerId="ADAL" clId="{125009B1-0A62-4CC9-BC1C-AF24A9AA8A60}" dt="2025-12-03T01:29:41.926" v="917" actId="1076"/>
          <ac:picMkLst>
            <pc:docMk/>
            <pc:sldMk cId="3962956235" sldId="286"/>
            <ac:picMk id="6" creationId="{B897D375-7704-18FA-0FCF-BAB9D27E3427}"/>
          </ac:picMkLst>
        </pc:picChg>
        <pc:picChg chg="add mod">
          <ac:chgData name="Hailey Lai" userId="944cc5fd-6b01-4af8-9b76-b2d2313a9f6a" providerId="ADAL" clId="{125009B1-0A62-4CC9-BC1C-AF24A9AA8A60}" dt="2025-12-03T01:29:41.926" v="917" actId="1076"/>
          <ac:picMkLst>
            <pc:docMk/>
            <pc:sldMk cId="3962956235" sldId="286"/>
            <ac:picMk id="8" creationId="{E3313173-B4AE-1555-5BDC-FF51BB7CC7B2}"/>
          </ac:picMkLst>
        </pc:picChg>
        <pc:picChg chg="add mod">
          <ac:chgData name="Hailey Lai" userId="944cc5fd-6b01-4af8-9b76-b2d2313a9f6a" providerId="ADAL" clId="{125009B1-0A62-4CC9-BC1C-AF24A9AA8A60}" dt="2025-12-03T01:29:41.926" v="917" actId="1076"/>
          <ac:picMkLst>
            <pc:docMk/>
            <pc:sldMk cId="3962956235" sldId="286"/>
            <ac:picMk id="10" creationId="{7908C2E0-A7D8-9AAD-871B-F749A84CB5D4}"/>
          </ac:picMkLst>
        </pc:picChg>
      </pc:sldChg>
      <pc:sldChg chg="addSp delSp modSp add mod">
        <pc:chgData name="Hailey Lai" userId="944cc5fd-6b01-4af8-9b76-b2d2313a9f6a" providerId="ADAL" clId="{125009B1-0A62-4CC9-BC1C-AF24A9AA8A60}" dt="2025-12-03T01:26:18.486" v="794" actId="1076"/>
        <pc:sldMkLst>
          <pc:docMk/>
          <pc:sldMk cId="3096683395" sldId="287"/>
        </pc:sldMkLst>
        <pc:spChg chg="mod">
          <ac:chgData name="Hailey Lai" userId="944cc5fd-6b01-4af8-9b76-b2d2313a9f6a" providerId="ADAL" clId="{125009B1-0A62-4CC9-BC1C-AF24A9AA8A60}" dt="2025-12-03T01:24:27.266" v="725" actId="20577"/>
          <ac:spMkLst>
            <pc:docMk/>
            <pc:sldMk cId="3096683395" sldId="287"/>
            <ac:spMk id="2" creationId="{0C8B60CE-7C54-40D9-3A60-B6936A7DC903}"/>
          </ac:spMkLst>
        </pc:spChg>
        <pc:spChg chg="del">
          <ac:chgData name="Hailey Lai" userId="944cc5fd-6b01-4af8-9b76-b2d2313a9f6a" providerId="ADAL" clId="{125009B1-0A62-4CC9-BC1C-AF24A9AA8A60}" dt="2025-12-03T01:24:14.309" v="698" actId="478"/>
          <ac:spMkLst>
            <pc:docMk/>
            <pc:sldMk cId="3096683395" sldId="287"/>
            <ac:spMk id="3" creationId="{9D6D6EB6-67AE-F78E-5618-6A7E6831A44F}"/>
          </ac:spMkLst>
        </pc:spChg>
        <pc:spChg chg="del">
          <ac:chgData name="Hailey Lai" userId="944cc5fd-6b01-4af8-9b76-b2d2313a9f6a" providerId="ADAL" clId="{125009B1-0A62-4CC9-BC1C-AF24A9AA8A60}" dt="2025-12-03T01:24:15.811" v="699" actId="478"/>
          <ac:spMkLst>
            <pc:docMk/>
            <pc:sldMk cId="3096683395" sldId="287"/>
            <ac:spMk id="4" creationId="{957553C9-865C-2991-C449-4432E0D022CB}"/>
          </ac:spMkLst>
        </pc:spChg>
        <pc:spChg chg="del">
          <ac:chgData name="Hailey Lai" userId="944cc5fd-6b01-4af8-9b76-b2d2313a9f6a" providerId="ADAL" clId="{125009B1-0A62-4CC9-BC1C-AF24A9AA8A60}" dt="2025-12-03T01:24:13.898" v="697" actId="478"/>
          <ac:spMkLst>
            <pc:docMk/>
            <pc:sldMk cId="3096683395" sldId="287"/>
            <ac:spMk id="5" creationId="{0F343854-1454-6274-A425-4A96C792DD56}"/>
          </ac:spMkLst>
        </pc:spChg>
        <pc:picChg chg="del">
          <ac:chgData name="Hailey Lai" userId="944cc5fd-6b01-4af8-9b76-b2d2313a9f6a" providerId="ADAL" clId="{125009B1-0A62-4CC9-BC1C-AF24A9AA8A60}" dt="2025-12-03T01:24:12.600" v="696" actId="478"/>
          <ac:picMkLst>
            <pc:docMk/>
            <pc:sldMk cId="3096683395" sldId="287"/>
            <ac:picMk id="7" creationId="{DDBA5B16-262A-E0A6-7007-53D9059A164A}"/>
          </ac:picMkLst>
        </pc:picChg>
        <pc:picChg chg="add mod">
          <ac:chgData name="Hailey Lai" userId="944cc5fd-6b01-4af8-9b76-b2d2313a9f6a" providerId="ADAL" clId="{125009B1-0A62-4CC9-BC1C-AF24A9AA8A60}" dt="2025-12-03T01:26:18.486" v="794" actId="1076"/>
          <ac:picMkLst>
            <pc:docMk/>
            <pc:sldMk cId="3096683395" sldId="287"/>
            <ac:picMk id="8" creationId="{8115D921-3457-8D5A-E463-5357AE983AF1}"/>
          </ac:picMkLst>
        </pc:picChg>
        <pc:picChg chg="add mod">
          <ac:chgData name="Hailey Lai" userId="944cc5fd-6b01-4af8-9b76-b2d2313a9f6a" providerId="ADAL" clId="{125009B1-0A62-4CC9-BC1C-AF24A9AA8A60}" dt="2025-12-03T01:26:18.486" v="794" actId="1076"/>
          <ac:picMkLst>
            <pc:docMk/>
            <pc:sldMk cId="3096683395" sldId="287"/>
            <ac:picMk id="10" creationId="{FBF1615B-21B1-0E83-600C-CC835870256D}"/>
          </ac:picMkLst>
        </pc:picChg>
        <pc:picChg chg="add mod">
          <ac:chgData name="Hailey Lai" userId="944cc5fd-6b01-4af8-9b76-b2d2313a9f6a" providerId="ADAL" clId="{125009B1-0A62-4CC9-BC1C-AF24A9AA8A60}" dt="2025-12-03T01:26:18.486" v="794" actId="1076"/>
          <ac:picMkLst>
            <pc:docMk/>
            <pc:sldMk cId="3096683395" sldId="287"/>
            <ac:picMk id="12" creationId="{E7DCA3DD-4713-92B4-C765-531CFF03643D}"/>
          </ac:picMkLst>
        </pc:picChg>
        <pc:picChg chg="add mod">
          <ac:chgData name="Hailey Lai" userId="944cc5fd-6b01-4af8-9b76-b2d2313a9f6a" providerId="ADAL" clId="{125009B1-0A62-4CC9-BC1C-AF24A9AA8A60}" dt="2025-12-03T01:26:18.486" v="794" actId="1076"/>
          <ac:picMkLst>
            <pc:docMk/>
            <pc:sldMk cId="3096683395" sldId="287"/>
            <ac:picMk id="14" creationId="{F0A9E229-5D5C-F8C4-BB9F-29BA2410F707}"/>
          </ac:picMkLst>
        </pc:picChg>
        <pc:picChg chg="add mod">
          <ac:chgData name="Hailey Lai" userId="944cc5fd-6b01-4af8-9b76-b2d2313a9f6a" providerId="ADAL" clId="{125009B1-0A62-4CC9-BC1C-AF24A9AA8A60}" dt="2025-12-03T01:26:18.486" v="794" actId="1076"/>
          <ac:picMkLst>
            <pc:docMk/>
            <pc:sldMk cId="3096683395" sldId="287"/>
            <ac:picMk id="16" creationId="{654D0D74-99EC-2894-80F9-81D273FCA698}"/>
          </ac:picMkLst>
        </pc:picChg>
        <pc:picChg chg="add mod">
          <ac:chgData name="Hailey Lai" userId="944cc5fd-6b01-4af8-9b76-b2d2313a9f6a" providerId="ADAL" clId="{125009B1-0A62-4CC9-BC1C-AF24A9AA8A60}" dt="2025-12-03T01:26:18.486" v="794" actId="1076"/>
          <ac:picMkLst>
            <pc:docMk/>
            <pc:sldMk cId="3096683395" sldId="287"/>
            <ac:picMk id="18" creationId="{17E3E2F9-F2FD-21DC-B0A9-70BB120EDD12}"/>
          </ac:picMkLst>
        </pc:picChg>
        <pc:picChg chg="add mod">
          <ac:chgData name="Hailey Lai" userId="944cc5fd-6b01-4af8-9b76-b2d2313a9f6a" providerId="ADAL" clId="{125009B1-0A62-4CC9-BC1C-AF24A9AA8A60}" dt="2025-12-03T01:26:18.486" v="794" actId="1076"/>
          <ac:picMkLst>
            <pc:docMk/>
            <pc:sldMk cId="3096683395" sldId="287"/>
            <ac:picMk id="20" creationId="{5F4EDB24-489E-511D-EEB9-7FC03FECB8C9}"/>
          </ac:picMkLst>
        </pc:picChg>
      </pc:sldChg>
      <pc:sldChg chg="addSp delSp modSp add mod">
        <pc:chgData name="Hailey Lai" userId="944cc5fd-6b01-4af8-9b76-b2d2313a9f6a" providerId="ADAL" clId="{125009B1-0A62-4CC9-BC1C-AF24A9AA8A60}" dt="2025-12-04T09:20:27.489" v="1121" actId="1076"/>
        <pc:sldMkLst>
          <pc:docMk/>
          <pc:sldMk cId="1447372323" sldId="288"/>
        </pc:sldMkLst>
        <pc:spChg chg="mod">
          <ac:chgData name="Hailey Lai" userId="944cc5fd-6b01-4af8-9b76-b2d2313a9f6a" providerId="ADAL" clId="{125009B1-0A62-4CC9-BC1C-AF24A9AA8A60}" dt="2025-12-04T09:16:50.738" v="1030"/>
          <ac:spMkLst>
            <pc:docMk/>
            <pc:sldMk cId="1447372323" sldId="288"/>
            <ac:spMk id="3" creationId="{F49F9962-4AC3-9466-815E-3E6819E3CD58}"/>
          </ac:spMkLst>
        </pc:spChg>
        <pc:picChg chg="del">
          <ac:chgData name="Hailey Lai" userId="944cc5fd-6b01-4af8-9b76-b2d2313a9f6a" providerId="ADAL" clId="{125009B1-0A62-4CC9-BC1C-AF24A9AA8A60}" dt="2025-12-04T09:16:53.146" v="1032" actId="478"/>
          <ac:picMkLst>
            <pc:docMk/>
            <pc:sldMk cId="1447372323" sldId="288"/>
            <ac:picMk id="4" creationId="{2FFB7984-C699-A824-6DA4-7625B29D2777}"/>
          </ac:picMkLst>
        </pc:picChg>
        <pc:picChg chg="add mod">
          <ac:chgData name="Hailey Lai" userId="944cc5fd-6b01-4af8-9b76-b2d2313a9f6a" providerId="ADAL" clId="{125009B1-0A62-4CC9-BC1C-AF24A9AA8A60}" dt="2025-12-04T09:20:27.489" v="1121" actId="1076"/>
          <ac:picMkLst>
            <pc:docMk/>
            <pc:sldMk cId="1447372323" sldId="288"/>
            <ac:picMk id="5" creationId="{0770FAC0-358F-0CCB-F642-39C720C87B76}"/>
          </ac:picMkLst>
        </pc:picChg>
        <pc:picChg chg="del">
          <ac:chgData name="Hailey Lai" userId="944cc5fd-6b01-4af8-9b76-b2d2313a9f6a" providerId="ADAL" clId="{125009B1-0A62-4CC9-BC1C-AF24A9AA8A60}" dt="2025-12-04T09:16:53.428" v="1033" actId="478"/>
          <ac:picMkLst>
            <pc:docMk/>
            <pc:sldMk cId="1447372323" sldId="288"/>
            <ac:picMk id="6" creationId="{A14F19F4-8F15-21D7-2A78-B3070E6EFF6F}"/>
          </ac:picMkLst>
        </pc:picChg>
        <pc:picChg chg="del">
          <ac:chgData name="Hailey Lai" userId="944cc5fd-6b01-4af8-9b76-b2d2313a9f6a" providerId="ADAL" clId="{125009B1-0A62-4CC9-BC1C-AF24A9AA8A60}" dt="2025-12-04T09:16:52.802" v="1031" actId="478"/>
          <ac:picMkLst>
            <pc:docMk/>
            <pc:sldMk cId="1447372323" sldId="288"/>
            <ac:picMk id="8" creationId="{F1A9A5BC-2994-8C63-883B-65890B5A6BA5}"/>
          </ac:picMkLst>
        </pc:picChg>
        <pc:picChg chg="add del mod">
          <ac:chgData name="Hailey Lai" userId="944cc5fd-6b01-4af8-9b76-b2d2313a9f6a" providerId="ADAL" clId="{125009B1-0A62-4CC9-BC1C-AF24A9AA8A60}" dt="2025-12-04T09:17:12.724" v="1051" actId="478"/>
          <ac:picMkLst>
            <pc:docMk/>
            <pc:sldMk cId="1447372323" sldId="288"/>
            <ac:picMk id="9" creationId="{3982290D-906B-544E-F80D-C6E93BE585AC}"/>
          </ac:picMkLst>
        </pc:picChg>
        <pc:picChg chg="del">
          <ac:chgData name="Hailey Lai" userId="944cc5fd-6b01-4af8-9b76-b2d2313a9f6a" providerId="ADAL" clId="{125009B1-0A62-4CC9-BC1C-AF24A9AA8A60}" dt="2025-12-04T09:16:53.725" v="1034" actId="478"/>
          <ac:picMkLst>
            <pc:docMk/>
            <pc:sldMk cId="1447372323" sldId="288"/>
            <ac:picMk id="10" creationId="{A57DF747-7C7A-2983-8284-F09A88256A22}"/>
          </ac:picMkLst>
        </pc:picChg>
        <pc:picChg chg="add mod">
          <ac:chgData name="Hailey Lai" userId="944cc5fd-6b01-4af8-9b76-b2d2313a9f6a" providerId="ADAL" clId="{125009B1-0A62-4CC9-BC1C-AF24A9AA8A60}" dt="2025-12-04T09:20:27.489" v="1121" actId="1076"/>
          <ac:picMkLst>
            <pc:docMk/>
            <pc:sldMk cId="1447372323" sldId="288"/>
            <ac:picMk id="12" creationId="{F5A5626B-7641-43B3-C002-D85A5BA175BC}"/>
          </ac:picMkLst>
        </pc:picChg>
        <pc:picChg chg="add mod">
          <ac:chgData name="Hailey Lai" userId="944cc5fd-6b01-4af8-9b76-b2d2313a9f6a" providerId="ADAL" clId="{125009B1-0A62-4CC9-BC1C-AF24A9AA8A60}" dt="2025-12-04T09:20:27.489" v="1121" actId="1076"/>
          <ac:picMkLst>
            <pc:docMk/>
            <pc:sldMk cId="1447372323" sldId="288"/>
            <ac:picMk id="14" creationId="{2AC6BE47-41C3-523D-7F9D-8DC73D97D758}"/>
          </ac:picMkLst>
        </pc:picChg>
        <pc:picChg chg="add mod">
          <ac:chgData name="Hailey Lai" userId="944cc5fd-6b01-4af8-9b76-b2d2313a9f6a" providerId="ADAL" clId="{125009B1-0A62-4CC9-BC1C-AF24A9AA8A60}" dt="2025-12-04T09:20:27.489" v="1121" actId="1076"/>
          <ac:picMkLst>
            <pc:docMk/>
            <pc:sldMk cId="1447372323" sldId="288"/>
            <ac:picMk id="16" creationId="{B6B0481D-7C07-C4C8-7FB7-F6EE5B59228D}"/>
          </ac:picMkLst>
        </pc:picChg>
      </pc:sldChg>
      <pc:sldChg chg="delSp add del mod">
        <pc:chgData name="Hailey Lai" userId="944cc5fd-6b01-4af8-9b76-b2d2313a9f6a" providerId="ADAL" clId="{125009B1-0A62-4CC9-BC1C-AF24A9AA8A60}" dt="2025-12-03T01:42:01.405" v="1020" actId="47"/>
        <pc:sldMkLst>
          <pc:docMk/>
          <pc:sldMk cId="3054521525" sldId="288"/>
        </pc:sldMkLst>
        <pc:picChg chg="del">
          <ac:chgData name="Hailey Lai" userId="944cc5fd-6b01-4af8-9b76-b2d2313a9f6a" providerId="ADAL" clId="{125009B1-0A62-4CC9-BC1C-AF24A9AA8A60}" dt="2025-12-03T01:39:48.754" v="993" actId="478"/>
          <ac:picMkLst>
            <pc:docMk/>
            <pc:sldMk cId="3054521525" sldId="288"/>
            <ac:picMk id="4" creationId="{038D2481-0CA6-1144-E4BE-842EAB1A0CB4}"/>
          </ac:picMkLst>
        </pc:picChg>
        <pc:picChg chg="del">
          <ac:chgData name="Hailey Lai" userId="944cc5fd-6b01-4af8-9b76-b2d2313a9f6a" providerId="ADAL" clId="{125009B1-0A62-4CC9-BC1C-AF24A9AA8A60}" dt="2025-12-03T01:39:50.104" v="994" actId="478"/>
          <ac:picMkLst>
            <pc:docMk/>
            <pc:sldMk cId="3054521525" sldId="288"/>
            <ac:picMk id="6" creationId="{AD42804D-5E80-06A1-5C9A-1A099D75EE30}"/>
          </ac:picMkLst>
        </pc:picChg>
        <pc:picChg chg="del">
          <ac:chgData name="Hailey Lai" userId="944cc5fd-6b01-4af8-9b76-b2d2313a9f6a" providerId="ADAL" clId="{125009B1-0A62-4CC9-BC1C-AF24A9AA8A60}" dt="2025-12-03T01:39:51.052" v="995" actId="478"/>
          <ac:picMkLst>
            <pc:docMk/>
            <pc:sldMk cId="3054521525" sldId="288"/>
            <ac:picMk id="8" creationId="{76D691B6-AF72-3CFB-61A6-A04FCF3D1EF4}"/>
          </ac:picMkLst>
        </pc:picChg>
        <pc:picChg chg="del">
          <ac:chgData name="Hailey Lai" userId="944cc5fd-6b01-4af8-9b76-b2d2313a9f6a" providerId="ADAL" clId="{125009B1-0A62-4CC9-BC1C-AF24A9AA8A60}" dt="2025-12-03T01:39:48.754" v="993" actId="478"/>
          <ac:picMkLst>
            <pc:docMk/>
            <pc:sldMk cId="3054521525" sldId="288"/>
            <ac:picMk id="10" creationId="{3B8FCF24-38F3-1EE9-DE78-6E2FD5DD0CA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092734-B129-4575-B72B-EEC307C5AD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5E61280D-8707-4032-9E39-2814101BA4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17945B-B53C-4C29-8638-FB6AF711186F}" type="datetimeFigureOut">
              <a:rPr lang="zh-TW" altLang="en-US" smtClean="0"/>
              <a:t>2026/4/29</a:t>
            </a:fld>
            <a:endParaRPr lang="zh-TW" altLang="en-US"/>
          </a:p>
        </p:txBody>
      </p:sp>
      <p:sp>
        <p:nvSpPr>
          <p:cNvPr id="4" name="頁尾版面配置區 3">
            <a:extLst>
              <a:ext uri="{FF2B5EF4-FFF2-40B4-BE49-F238E27FC236}">
                <a16:creationId xmlns:a16="http://schemas.microsoft.com/office/drawing/2014/main" id="{E7699F8B-4534-40F6-B959-F48C4682956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CC387A22-1A36-4C36-8309-A3D954AAF5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BDD0DD-57A0-4DF0-8C1A-C40EA54F1123}" type="slidenum">
              <a:rPr lang="zh-TW" altLang="en-US" smtClean="0"/>
              <a:t>‹#›</a:t>
            </a:fld>
            <a:endParaRPr lang="zh-TW" altLang="en-US"/>
          </a:p>
        </p:txBody>
      </p:sp>
    </p:spTree>
    <p:extLst>
      <p:ext uri="{BB962C8B-B14F-4D97-AF65-F5344CB8AC3E}">
        <p14:creationId xmlns:p14="http://schemas.microsoft.com/office/powerpoint/2010/main" val="2590342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5D219E-5D5E-F544-A981-1561A301610D}" type="datetimeFigureOut">
              <a:rPr kumimoji="1" lang="zh-TW" altLang="en-US" smtClean="0"/>
              <a:pPr/>
              <a:t>2026/4/29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67204-A98B-7D44-A5FA-61BE866568EA}" type="slidenum">
              <a:rPr kumimoji="1" lang="zh-TW" altLang="en-US" smtClean="0"/>
              <a:pPr/>
              <a:t>‹#›</a:t>
            </a:fld>
            <a:endParaRPr kumimoji="1" lang="zh-TW" altLang="en-US"/>
          </a:p>
        </p:txBody>
      </p:sp>
    </p:spTree>
    <p:extLst>
      <p:ext uri="{BB962C8B-B14F-4D97-AF65-F5344CB8AC3E}">
        <p14:creationId xmlns:p14="http://schemas.microsoft.com/office/powerpoint/2010/main" val="757100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BB67204-A98B-7D44-A5FA-61BE866568EA}" type="slidenum">
              <a:rPr kumimoji="1" lang="zh-TW" altLang="en-US" smtClean="0"/>
              <a:pPr/>
              <a:t>13</a:t>
            </a:fld>
            <a:endParaRPr kumimoji="1" lang="zh-TW" altLang="en-US"/>
          </a:p>
        </p:txBody>
      </p:sp>
    </p:spTree>
    <p:extLst>
      <p:ext uri="{BB962C8B-B14F-4D97-AF65-F5344CB8AC3E}">
        <p14:creationId xmlns:p14="http://schemas.microsoft.com/office/powerpoint/2010/main" val="1053681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07BC-F6F8-F509-A98A-87BD99B3702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5F91A31-C222-6CE0-03BD-C8A939D407A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4DFC8B2-A78C-E02F-96B5-61868F205492}"/>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CE7B84F-C642-8F5B-6405-E8760565E1DB}"/>
              </a:ext>
            </a:extLst>
          </p:cNvPr>
          <p:cNvSpPr>
            <a:spLocks noGrp="1"/>
          </p:cNvSpPr>
          <p:nvPr>
            <p:ph type="sldNum" sz="quarter" idx="5"/>
          </p:nvPr>
        </p:nvSpPr>
        <p:spPr/>
        <p:txBody>
          <a:bodyPr/>
          <a:lstStyle/>
          <a:p>
            <a:fld id="{1BB67204-A98B-7D44-A5FA-61BE866568EA}" type="slidenum">
              <a:rPr kumimoji="1" lang="zh-TW" altLang="en-US" smtClean="0"/>
              <a:pPr/>
              <a:t>14</a:t>
            </a:fld>
            <a:endParaRPr kumimoji="1" lang="zh-TW" altLang="en-US"/>
          </a:p>
        </p:txBody>
      </p:sp>
    </p:spTree>
    <p:extLst>
      <p:ext uri="{BB962C8B-B14F-4D97-AF65-F5344CB8AC3E}">
        <p14:creationId xmlns:p14="http://schemas.microsoft.com/office/powerpoint/2010/main" val="41576770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C_標題投影片">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10210232" y="640080"/>
            <a:ext cx="1664563" cy="295053"/>
          </a:xfrm>
          <a:prstGeom prst="rect">
            <a:avLst/>
          </a:prstGeom>
        </p:spPr>
        <p:txBody>
          <a:bodyPr vert="horz" lIns="91440" tIns="45720" rIns="91440" bIns="45720" rtlCol="0" anchor="ctr"/>
          <a:lstStyle>
            <a:lvl1pPr algn="l">
              <a:defRPr sz="1200">
                <a:solidFill>
                  <a:schemeClr val="tx1">
                    <a:tint val="75000"/>
                  </a:schemeClr>
                </a:solidFill>
              </a:defRPr>
            </a:lvl1pPr>
          </a:lstStyle>
          <a:p>
            <a:fld id="{42224C0F-0798-9646-B7EA-39A5A9A1FE82}" type="datetimeFigureOut">
              <a:rPr kumimoji="1" lang="zh-TW" altLang="en-US" smtClean="0"/>
              <a:pPr/>
              <a:t>2026/4/29</a:t>
            </a:fld>
            <a:endParaRPr kumimoji="1" lang="zh-TW" altLang="en-US"/>
          </a:p>
        </p:txBody>
      </p:sp>
      <p:sp>
        <p:nvSpPr>
          <p:cNvPr id="7" name="標題 6">
            <a:extLst>
              <a:ext uri="{FF2B5EF4-FFF2-40B4-BE49-F238E27FC236}">
                <a16:creationId xmlns:a16="http://schemas.microsoft.com/office/drawing/2014/main" id="{F2A66F86-AF9B-4174-8CB3-B8C31E368F8D}"/>
              </a:ext>
            </a:extLst>
          </p:cNvPr>
          <p:cNvSpPr>
            <a:spLocks noGrp="1"/>
          </p:cNvSpPr>
          <p:nvPr>
            <p:ph type="title"/>
          </p:nvPr>
        </p:nvSpPr>
        <p:spPr>
          <a:xfrm>
            <a:off x="371475" y="3035762"/>
            <a:ext cx="11449050" cy="792319"/>
          </a:xfrm>
          <a:prstGeom prst="rect">
            <a:avLst/>
          </a:prstGeom>
        </p:spPr>
        <p:txBody>
          <a:bodyPr/>
          <a:lstStyle>
            <a:lvl1pPr algn="ctr">
              <a:defRPr sz="5400" b="1"/>
            </a:lvl1pPr>
          </a:lstStyle>
          <a:p>
            <a:r>
              <a:rPr lang="zh-TW" altLang="en-US"/>
              <a:t>按一下以編輯母片標題樣式</a:t>
            </a:r>
            <a:endParaRPr lang="zh-TW" alt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34" userDrawn="1">
          <p15:clr>
            <a:srgbClr val="FBAE40"/>
          </p15:clr>
        </p15:guide>
        <p15:guide id="4" pos="744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C_標題及物件_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B05E1C50-88D0-C34F-BB09-2B07A9AC7D7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074314" y="6463309"/>
            <a:ext cx="4003211" cy="310013"/>
          </a:xfrm>
          <a:prstGeom prst="rect">
            <a:avLst/>
          </a:prstGeom>
        </p:spPr>
      </p:pic>
      <p:pic>
        <p:nvPicPr>
          <p:cNvPr id="7" name="圖片 6">
            <a:extLst>
              <a:ext uri="{FF2B5EF4-FFF2-40B4-BE49-F238E27FC236}">
                <a16:creationId xmlns:a16="http://schemas.microsoft.com/office/drawing/2014/main" id="{3AEDF1E4-5678-4527-9CA8-B68C81C612D0}"/>
              </a:ext>
            </a:extLst>
          </p:cNvPr>
          <p:cNvPicPr>
            <a:picLocks noChangeAspect="1"/>
          </p:cNvPicPr>
          <p:nvPr userDrawn="1"/>
        </p:nvPicPr>
        <p:blipFill>
          <a:blip r:embed="rId4"/>
          <a:stretch>
            <a:fillRect/>
          </a:stretch>
        </p:blipFill>
        <p:spPr>
          <a:xfrm>
            <a:off x="339691" y="423946"/>
            <a:ext cx="519843" cy="347395"/>
          </a:xfrm>
          <a:prstGeom prst="rect">
            <a:avLst/>
          </a:prstGeom>
        </p:spPr>
      </p:pic>
      <p:sp>
        <p:nvSpPr>
          <p:cNvPr id="10" name="標題 2">
            <a:extLst>
              <a:ext uri="{FF2B5EF4-FFF2-40B4-BE49-F238E27FC236}">
                <a16:creationId xmlns:a16="http://schemas.microsoft.com/office/drawing/2014/main" id="{995A6AE5-A0AE-46E4-AE0E-BB6E7D0AE441}"/>
              </a:ext>
            </a:extLst>
          </p:cNvPr>
          <p:cNvSpPr>
            <a:spLocks noGrp="1"/>
          </p:cNvSpPr>
          <p:nvPr>
            <p:ph type="title"/>
          </p:nvPr>
        </p:nvSpPr>
        <p:spPr>
          <a:xfrm>
            <a:off x="867847" y="401567"/>
            <a:ext cx="10984462" cy="599599"/>
          </a:xfrm>
          <a:prstGeom prst="rect">
            <a:avLst/>
          </a:prstGeom>
        </p:spPr>
        <p:txBody>
          <a:bodyPr/>
          <a:lstStyle>
            <a:lvl1pPr>
              <a:defRPr sz="2800" b="1"/>
            </a:lvl1pPr>
          </a:lstStyle>
          <a:p>
            <a:r>
              <a:rPr lang="zh-TW" altLang="en-US"/>
              <a:t>按一下以編輯母片標題樣式</a:t>
            </a:r>
            <a:endParaRPr lang="zh-TW" altLang="en-US" dirty="0"/>
          </a:p>
        </p:txBody>
      </p:sp>
      <p:sp>
        <p:nvSpPr>
          <p:cNvPr id="2" name="Slide Number Placeholder 5">
            <a:extLst>
              <a:ext uri="{FF2B5EF4-FFF2-40B4-BE49-F238E27FC236}">
                <a16:creationId xmlns:a16="http://schemas.microsoft.com/office/drawing/2014/main" id="{C65884D6-5AE7-9561-6B12-7FE4B179482C}"/>
              </a:ext>
            </a:extLst>
          </p:cNvPr>
          <p:cNvSpPr>
            <a:spLocks noGrp="1"/>
          </p:cNvSpPr>
          <p:nvPr>
            <p:ph type="sldNum" sz="quarter" idx="12"/>
          </p:nvPr>
        </p:nvSpPr>
        <p:spPr>
          <a:xfrm>
            <a:off x="1" y="6492876"/>
            <a:ext cx="909411" cy="365125"/>
          </a:xfrm>
          <a:prstGeom prst="rect">
            <a:avLst/>
          </a:prstGeom>
        </p:spPr>
        <p:txBody>
          <a:bodyPr/>
          <a:lstStyle>
            <a:lvl1pPr algn="ctr">
              <a:defRPr sz="1100">
                <a:latin typeface="+mj-ea"/>
                <a:ea typeface="+mj-ea"/>
              </a:defRPr>
            </a:lvl1pPr>
          </a:lstStyle>
          <a:p>
            <a:fld id="{5C878676-667B-7345-8540-6ADF75C84D17}" type="slidenum">
              <a:rPr kumimoji="1" lang="zh-TW" altLang="en-US" smtClean="0"/>
              <a:pPr/>
              <a:t>‹#›</a:t>
            </a:fld>
            <a:endParaRPr kumimoji="1" lang="zh-TW" altLang="en-US" dirty="0"/>
          </a:p>
        </p:txBody>
      </p:sp>
    </p:spTree>
    <p:extLst>
      <p:ext uri="{BB962C8B-B14F-4D97-AF65-F5344CB8AC3E}">
        <p14:creationId xmlns:p14="http://schemas.microsoft.com/office/powerpoint/2010/main" val="755900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C_標題及物件_B">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10" name="直線接點 9">
            <a:extLst>
              <a:ext uri="{FF2B5EF4-FFF2-40B4-BE49-F238E27FC236}">
                <a16:creationId xmlns:a16="http://schemas.microsoft.com/office/drawing/2014/main" id="{F30F46BF-AE34-A84C-BBE9-6CBC49F21692}"/>
              </a:ext>
            </a:extLst>
          </p:cNvPr>
          <p:cNvCxnSpPr>
            <a:cxnSpLocks/>
          </p:cNvCxnSpPr>
          <p:nvPr userDrawn="1"/>
        </p:nvCxnSpPr>
        <p:spPr>
          <a:xfrm>
            <a:off x="856284" y="821222"/>
            <a:ext cx="11001226"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1" name="圖片 10">
            <a:extLst>
              <a:ext uri="{FF2B5EF4-FFF2-40B4-BE49-F238E27FC236}">
                <a16:creationId xmlns:a16="http://schemas.microsoft.com/office/drawing/2014/main" id="{786049E5-9626-4BE6-9CF6-CFAF73CC51D6}"/>
              </a:ext>
            </a:extLst>
          </p:cNvPr>
          <p:cNvPicPr>
            <a:picLocks noChangeAspect="1"/>
          </p:cNvPicPr>
          <p:nvPr userDrawn="1"/>
        </p:nvPicPr>
        <p:blipFill>
          <a:blip r:embed="rId3"/>
          <a:stretch>
            <a:fillRect/>
          </a:stretch>
        </p:blipFill>
        <p:spPr>
          <a:xfrm>
            <a:off x="339691" y="423946"/>
            <a:ext cx="519843" cy="347395"/>
          </a:xfrm>
          <a:prstGeom prst="rect">
            <a:avLst/>
          </a:prstGeom>
        </p:spPr>
      </p:pic>
      <p:sp>
        <p:nvSpPr>
          <p:cNvPr id="12" name="標題 2">
            <a:extLst>
              <a:ext uri="{FF2B5EF4-FFF2-40B4-BE49-F238E27FC236}">
                <a16:creationId xmlns:a16="http://schemas.microsoft.com/office/drawing/2014/main" id="{E8CCFAB2-36D8-4EC5-8853-674235CEDB61}"/>
              </a:ext>
            </a:extLst>
          </p:cNvPr>
          <p:cNvSpPr>
            <a:spLocks noGrp="1"/>
          </p:cNvSpPr>
          <p:nvPr>
            <p:ph type="title"/>
          </p:nvPr>
        </p:nvSpPr>
        <p:spPr>
          <a:xfrm>
            <a:off x="867847" y="401567"/>
            <a:ext cx="10984462" cy="599599"/>
          </a:xfrm>
          <a:prstGeom prst="rect">
            <a:avLst/>
          </a:prstGeom>
        </p:spPr>
        <p:txBody>
          <a:bodyPr/>
          <a:lstStyle>
            <a:lvl1pPr>
              <a:defRPr sz="2800" b="1"/>
            </a:lvl1pPr>
          </a:lstStyle>
          <a:p>
            <a:r>
              <a:rPr lang="zh-TW" altLang="en-US"/>
              <a:t>按一下以編輯母片標題樣式</a:t>
            </a:r>
            <a:endParaRPr lang="zh-TW" altLang="en-US" dirty="0"/>
          </a:p>
        </p:txBody>
      </p:sp>
      <p:sp>
        <p:nvSpPr>
          <p:cNvPr id="3" name="Slide Number Placeholder 5">
            <a:extLst>
              <a:ext uri="{FF2B5EF4-FFF2-40B4-BE49-F238E27FC236}">
                <a16:creationId xmlns:a16="http://schemas.microsoft.com/office/drawing/2014/main" id="{7F64150D-121F-5A15-0CF2-DED70F5DB5CE}"/>
              </a:ext>
            </a:extLst>
          </p:cNvPr>
          <p:cNvSpPr>
            <a:spLocks noGrp="1"/>
          </p:cNvSpPr>
          <p:nvPr>
            <p:ph type="sldNum" sz="quarter" idx="12"/>
          </p:nvPr>
        </p:nvSpPr>
        <p:spPr>
          <a:xfrm>
            <a:off x="1" y="6492876"/>
            <a:ext cx="909411" cy="365125"/>
          </a:xfrm>
          <a:prstGeom prst="rect">
            <a:avLst/>
          </a:prstGeom>
        </p:spPr>
        <p:txBody>
          <a:bodyPr/>
          <a:lstStyle>
            <a:lvl1pPr algn="ctr">
              <a:defRPr sz="1100">
                <a:latin typeface="+mj-ea"/>
                <a:ea typeface="+mj-ea"/>
              </a:defRPr>
            </a:lvl1pPr>
          </a:lstStyle>
          <a:p>
            <a:fld id="{5C878676-667B-7345-8540-6ADF75C84D17}" type="slidenum">
              <a:rPr kumimoji="1" lang="zh-TW" altLang="en-US" smtClean="0"/>
              <a:pPr/>
              <a:t>‹#›</a:t>
            </a:fld>
            <a:endParaRPr kumimoji="1" lang="zh-TW" altLang="en-US" dirty="0"/>
          </a:p>
        </p:txBody>
      </p:sp>
      <p:pic>
        <p:nvPicPr>
          <p:cNvPr id="4" name="圖片 7">
            <a:extLst>
              <a:ext uri="{FF2B5EF4-FFF2-40B4-BE49-F238E27FC236}">
                <a16:creationId xmlns:a16="http://schemas.microsoft.com/office/drawing/2014/main" id="{B2607581-46B3-F543-A46F-C135469CAFB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4196198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C_標題及物件_C">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9CBE5689-F076-4EF7-831F-8C1FB07313ED}"/>
              </a:ext>
            </a:extLst>
          </p:cNvPr>
          <p:cNvPicPr>
            <a:picLocks noChangeAspect="1"/>
          </p:cNvPicPr>
          <p:nvPr userDrawn="1"/>
        </p:nvPicPr>
        <p:blipFill>
          <a:blip r:embed="rId2"/>
          <a:stretch>
            <a:fillRect/>
          </a:stretch>
        </p:blipFill>
        <p:spPr>
          <a:xfrm>
            <a:off x="339691" y="423946"/>
            <a:ext cx="519843" cy="347395"/>
          </a:xfrm>
          <a:prstGeom prst="rect">
            <a:avLst/>
          </a:prstGeom>
        </p:spPr>
      </p:pic>
      <p:sp>
        <p:nvSpPr>
          <p:cNvPr id="8" name="標題 2">
            <a:extLst>
              <a:ext uri="{FF2B5EF4-FFF2-40B4-BE49-F238E27FC236}">
                <a16:creationId xmlns:a16="http://schemas.microsoft.com/office/drawing/2014/main" id="{9EE43F67-206A-4B9A-A008-5C516510CE8D}"/>
              </a:ext>
            </a:extLst>
          </p:cNvPr>
          <p:cNvSpPr>
            <a:spLocks noGrp="1"/>
          </p:cNvSpPr>
          <p:nvPr>
            <p:ph type="title"/>
          </p:nvPr>
        </p:nvSpPr>
        <p:spPr>
          <a:xfrm>
            <a:off x="867847" y="401567"/>
            <a:ext cx="10984462" cy="599599"/>
          </a:xfrm>
          <a:prstGeom prst="rect">
            <a:avLst/>
          </a:prstGeom>
        </p:spPr>
        <p:txBody>
          <a:bodyPr/>
          <a:lstStyle>
            <a:lvl1pPr>
              <a:defRPr sz="2800" b="1"/>
            </a:lvl1pPr>
          </a:lstStyle>
          <a:p>
            <a:r>
              <a:rPr lang="zh-TW" altLang="en-US"/>
              <a:t>按一下以編輯母片標題樣式</a:t>
            </a:r>
            <a:endParaRPr lang="zh-TW" altLang="en-US" dirty="0"/>
          </a:p>
        </p:txBody>
      </p:sp>
      <p:sp>
        <p:nvSpPr>
          <p:cNvPr id="3" name="Slide Number Placeholder 5">
            <a:extLst>
              <a:ext uri="{FF2B5EF4-FFF2-40B4-BE49-F238E27FC236}">
                <a16:creationId xmlns:a16="http://schemas.microsoft.com/office/drawing/2014/main" id="{431052B1-1481-4CE9-302C-B6B18564DD4D}"/>
              </a:ext>
            </a:extLst>
          </p:cNvPr>
          <p:cNvSpPr>
            <a:spLocks noGrp="1"/>
          </p:cNvSpPr>
          <p:nvPr>
            <p:ph type="sldNum" sz="quarter" idx="12"/>
          </p:nvPr>
        </p:nvSpPr>
        <p:spPr>
          <a:xfrm>
            <a:off x="1" y="6492876"/>
            <a:ext cx="909411" cy="365125"/>
          </a:xfrm>
          <a:prstGeom prst="rect">
            <a:avLst/>
          </a:prstGeom>
        </p:spPr>
        <p:txBody>
          <a:bodyPr/>
          <a:lstStyle>
            <a:lvl1pPr algn="ctr">
              <a:defRPr sz="1100">
                <a:latin typeface="+mj-ea"/>
                <a:ea typeface="+mj-ea"/>
              </a:defRPr>
            </a:lvl1pPr>
          </a:lstStyle>
          <a:p>
            <a:fld id="{5C878676-667B-7345-8540-6ADF75C84D17}" type="slidenum">
              <a:rPr kumimoji="1" lang="zh-TW" altLang="en-US" smtClean="0"/>
              <a:pPr/>
              <a:t>‹#›</a:t>
            </a:fld>
            <a:endParaRPr kumimoji="1" lang="zh-TW" altLang="en-US" dirty="0"/>
          </a:p>
        </p:txBody>
      </p:sp>
      <p:pic>
        <p:nvPicPr>
          <p:cNvPr id="4" name="圖片 7">
            <a:extLst>
              <a:ext uri="{FF2B5EF4-FFF2-40B4-BE49-F238E27FC236}">
                <a16:creationId xmlns:a16="http://schemas.microsoft.com/office/drawing/2014/main" id="{41EC1173-AB9C-124D-E709-47E63C32A18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27274538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C_標題及物件_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10" name="直線接點 9">
            <a:extLst>
              <a:ext uri="{FF2B5EF4-FFF2-40B4-BE49-F238E27FC236}">
                <a16:creationId xmlns:a16="http://schemas.microsoft.com/office/drawing/2014/main" id="{F30F46BF-AE34-A84C-BBE9-6CBC49F21692}"/>
              </a:ext>
            </a:extLst>
          </p:cNvPr>
          <p:cNvCxnSpPr>
            <a:cxnSpLocks/>
          </p:cNvCxnSpPr>
          <p:nvPr userDrawn="1"/>
        </p:nvCxnSpPr>
        <p:spPr>
          <a:xfrm>
            <a:off x="340900" y="821222"/>
            <a:ext cx="1152136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標題 2">
            <a:extLst>
              <a:ext uri="{FF2B5EF4-FFF2-40B4-BE49-F238E27FC236}">
                <a16:creationId xmlns:a16="http://schemas.microsoft.com/office/drawing/2014/main" id="{1B8456D7-2D21-4EA1-A6C4-5AF833DFBC5B}"/>
              </a:ext>
            </a:extLst>
          </p:cNvPr>
          <p:cNvSpPr>
            <a:spLocks noGrp="1"/>
          </p:cNvSpPr>
          <p:nvPr>
            <p:ph type="title"/>
          </p:nvPr>
        </p:nvSpPr>
        <p:spPr>
          <a:xfrm>
            <a:off x="344146" y="401567"/>
            <a:ext cx="11518116" cy="599599"/>
          </a:xfrm>
          <a:prstGeom prst="rect">
            <a:avLst/>
          </a:prstGeom>
        </p:spPr>
        <p:txBody>
          <a:bodyPr/>
          <a:lstStyle>
            <a:lvl1pPr>
              <a:defRPr sz="2800" b="1"/>
            </a:lvl1pPr>
          </a:lstStyle>
          <a:p>
            <a:r>
              <a:rPr lang="zh-TW" altLang="en-US"/>
              <a:t>按一下以編輯母片標題樣式</a:t>
            </a:r>
            <a:endParaRPr lang="zh-TW" altLang="en-US" dirty="0"/>
          </a:p>
        </p:txBody>
      </p:sp>
      <p:sp>
        <p:nvSpPr>
          <p:cNvPr id="3" name="Slide Number Placeholder 5">
            <a:extLst>
              <a:ext uri="{FF2B5EF4-FFF2-40B4-BE49-F238E27FC236}">
                <a16:creationId xmlns:a16="http://schemas.microsoft.com/office/drawing/2014/main" id="{25541A9E-C936-69C9-DA8D-E6EA104720C8}"/>
              </a:ext>
            </a:extLst>
          </p:cNvPr>
          <p:cNvSpPr>
            <a:spLocks noGrp="1"/>
          </p:cNvSpPr>
          <p:nvPr>
            <p:ph type="sldNum" sz="quarter" idx="12"/>
          </p:nvPr>
        </p:nvSpPr>
        <p:spPr>
          <a:xfrm>
            <a:off x="1" y="6492876"/>
            <a:ext cx="909411" cy="365125"/>
          </a:xfrm>
          <a:prstGeom prst="rect">
            <a:avLst/>
          </a:prstGeom>
        </p:spPr>
        <p:txBody>
          <a:bodyPr/>
          <a:lstStyle>
            <a:lvl1pPr algn="ctr">
              <a:defRPr sz="1100">
                <a:latin typeface="+mj-ea"/>
                <a:ea typeface="+mj-ea"/>
              </a:defRPr>
            </a:lvl1pPr>
          </a:lstStyle>
          <a:p>
            <a:fld id="{5C878676-667B-7345-8540-6ADF75C84D17}" type="slidenum">
              <a:rPr kumimoji="1" lang="zh-TW" altLang="en-US" smtClean="0"/>
              <a:pPr/>
              <a:t>‹#›</a:t>
            </a:fld>
            <a:endParaRPr kumimoji="1" lang="zh-TW" altLang="en-US" dirty="0"/>
          </a:p>
        </p:txBody>
      </p:sp>
      <p:pic>
        <p:nvPicPr>
          <p:cNvPr id="4" name="圖片 7">
            <a:extLst>
              <a:ext uri="{FF2B5EF4-FFF2-40B4-BE49-F238E27FC236}">
                <a16:creationId xmlns:a16="http://schemas.microsoft.com/office/drawing/2014/main" id="{27C2AF2F-8AD2-DCA4-65F7-4DBCBBEF6F8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3245296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C_標題及物件_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10" name="直線接點 9">
            <a:extLst>
              <a:ext uri="{FF2B5EF4-FFF2-40B4-BE49-F238E27FC236}">
                <a16:creationId xmlns:a16="http://schemas.microsoft.com/office/drawing/2014/main" id="{F30F46BF-AE34-A84C-BBE9-6CBC49F21692}"/>
              </a:ext>
            </a:extLst>
          </p:cNvPr>
          <p:cNvCxnSpPr>
            <a:cxnSpLocks/>
          </p:cNvCxnSpPr>
          <p:nvPr userDrawn="1"/>
        </p:nvCxnSpPr>
        <p:spPr>
          <a:xfrm>
            <a:off x="340900" y="821222"/>
            <a:ext cx="1152136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標題 2">
            <a:extLst>
              <a:ext uri="{FF2B5EF4-FFF2-40B4-BE49-F238E27FC236}">
                <a16:creationId xmlns:a16="http://schemas.microsoft.com/office/drawing/2014/main" id="{1B8456D7-2D21-4EA1-A6C4-5AF833DFBC5B}"/>
              </a:ext>
            </a:extLst>
          </p:cNvPr>
          <p:cNvSpPr>
            <a:spLocks noGrp="1"/>
          </p:cNvSpPr>
          <p:nvPr>
            <p:ph type="title"/>
          </p:nvPr>
        </p:nvSpPr>
        <p:spPr>
          <a:xfrm>
            <a:off x="344146" y="401567"/>
            <a:ext cx="11518116" cy="599599"/>
          </a:xfrm>
          <a:prstGeom prst="rect">
            <a:avLst/>
          </a:prstGeom>
        </p:spPr>
        <p:txBody>
          <a:bodyPr/>
          <a:lstStyle>
            <a:lvl1pPr algn="ctr">
              <a:defRPr sz="2800" b="1"/>
            </a:lvl1pPr>
          </a:lstStyle>
          <a:p>
            <a:r>
              <a:rPr lang="zh-TW" altLang="en-US"/>
              <a:t>按一下以編輯母片標題樣式</a:t>
            </a:r>
            <a:endParaRPr lang="zh-TW" altLang="en-US" dirty="0"/>
          </a:p>
        </p:txBody>
      </p:sp>
      <p:sp>
        <p:nvSpPr>
          <p:cNvPr id="3" name="Slide Number Placeholder 5">
            <a:extLst>
              <a:ext uri="{FF2B5EF4-FFF2-40B4-BE49-F238E27FC236}">
                <a16:creationId xmlns:a16="http://schemas.microsoft.com/office/drawing/2014/main" id="{240672B9-ECB1-8711-93CE-92097DB74230}"/>
              </a:ext>
            </a:extLst>
          </p:cNvPr>
          <p:cNvSpPr>
            <a:spLocks noGrp="1"/>
          </p:cNvSpPr>
          <p:nvPr>
            <p:ph type="sldNum" sz="quarter" idx="12"/>
          </p:nvPr>
        </p:nvSpPr>
        <p:spPr>
          <a:xfrm>
            <a:off x="1" y="6492876"/>
            <a:ext cx="909411" cy="365125"/>
          </a:xfrm>
          <a:prstGeom prst="rect">
            <a:avLst/>
          </a:prstGeom>
        </p:spPr>
        <p:txBody>
          <a:bodyPr/>
          <a:lstStyle>
            <a:lvl1pPr algn="ctr">
              <a:defRPr sz="1100">
                <a:latin typeface="+mj-ea"/>
                <a:ea typeface="+mj-ea"/>
              </a:defRPr>
            </a:lvl1pPr>
          </a:lstStyle>
          <a:p>
            <a:fld id="{5C878676-667B-7345-8540-6ADF75C84D17}" type="slidenum">
              <a:rPr kumimoji="1" lang="zh-TW" altLang="en-US" smtClean="0"/>
              <a:pPr/>
              <a:t>‹#›</a:t>
            </a:fld>
            <a:endParaRPr kumimoji="1" lang="zh-TW" altLang="en-US" dirty="0"/>
          </a:p>
        </p:txBody>
      </p:sp>
      <p:pic>
        <p:nvPicPr>
          <p:cNvPr id="4" name="圖片 7">
            <a:extLst>
              <a:ext uri="{FF2B5EF4-FFF2-40B4-BE49-F238E27FC236}">
                <a16:creationId xmlns:a16="http://schemas.microsoft.com/office/drawing/2014/main" id="{3C8EA73D-5C0E-40FF-F88A-E005788AC50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1794240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C_章節標題_長標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三角形 4">
            <a:extLst>
              <a:ext uri="{FF2B5EF4-FFF2-40B4-BE49-F238E27FC236}">
                <a16:creationId xmlns:a16="http://schemas.microsoft.com/office/drawing/2014/main" id="{55F08B3E-6ECE-09E2-17FE-3F1A42D7CBB8}"/>
              </a:ext>
            </a:extLst>
          </p:cNvPr>
          <p:cNvSpPr/>
          <p:nvPr userDrawn="1"/>
        </p:nvSpPr>
        <p:spPr>
          <a:xfrm rot="5400000">
            <a:off x="1785790" y="2186403"/>
            <a:ext cx="976084" cy="1839310"/>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8" name="圖片 7"/>
          <p:cNvPicPr>
            <a:picLocks noChangeAspect="1"/>
          </p:cNvPicPr>
          <p:nvPr userDrawn="1"/>
        </p:nvPicPr>
        <p:blipFill>
          <a:blip r:embed="rId3"/>
          <a:stretch>
            <a:fillRect/>
          </a:stretch>
        </p:blipFill>
        <p:spPr>
          <a:xfrm>
            <a:off x="1449919" y="2696449"/>
            <a:ext cx="9222739" cy="1444127"/>
          </a:xfrm>
          <a:prstGeom prst="rect">
            <a:avLst/>
          </a:prstGeom>
        </p:spPr>
      </p:pic>
      <p:sp>
        <p:nvSpPr>
          <p:cNvPr id="13" name="Title Placeholder 1"/>
          <p:cNvSpPr>
            <a:spLocks noGrp="1"/>
          </p:cNvSpPr>
          <p:nvPr>
            <p:ph type="title"/>
          </p:nvPr>
        </p:nvSpPr>
        <p:spPr>
          <a:xfrm>
            <a:off x="1484593" y="2796654"/>
            <a:ext cx="9222739" cy="1276688"/>
          </a:xfrm>
          <a:prstGeom prst="rect">
            <a:avLst/>
          </a:prstGeom>
        </p:spPr>
        <p:txBody>
          <a:bodyPr vert="horz" lIns="91440" tIns="45720" rIns="91440" bIns="45720" rtlCol="0" anchor="ctr">
            <a:normAutofit/>
          </a:bodyPr>
          <a:lstStyle>
            <a:lvl1pPr algn="ctr">
              <a:defRPr b="1"/>
            </a:lvl1pPr>
          </a:lstStyle>
          <a:p>
            <a:r>
              <a:rPr lang="zh-TW" altLang="en-US"/>
              <a:t>按一下以編輯母片標題樣式</a:t>
            </a:r>
            <a:endParaRPr lang="en-US" dirty="0"/>
          </a:p>
        </p:txBody>
      </p:sp>
      <p:sp>
        <p:nvSpPr>
          <p:cNvPr id="10" name="三角形 9">
            <a:extLst>
              <a:ext uri="{FF2B5EF4-FFF2-40B4-BE49-F238E27FC236}">
                <a16:creationId xmlns:a16="http://schemas.microsoft.com/office/drawing/2014/main" id="{F761C3D3-4373-5A7B-0E45-7AB5EAC7E11E}"/>
              </a:ext>
            </a:extLst>
          </p:cNvPr>
          <p:cNvSpPr/>
          <p:nvPr userDrawn="1"/>
        </p:nvSpPr>
        <p:spPr>
          <a:xfrm rot="16200000">
            <a:off x="9845274" y="3225876"/>
            <a:ext cx="687784" cy="1296044"/>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 name="圖片 7">
            <a:extLst>
              <a:ext uri="{FF2B5EF4-FFF2-40B4-BE49-F238E27FC236}">
                <a16:creationId xmlns:a16="http://schemas.microsoft.com/office/drawing/2014/main" id="{BCA17DCF-A60F-C762-99D1-2AFC0CD2C9FB}"/>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15399390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C_章節標題_短標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3" name="三角形 2">
            <a:extLst>
              <a:ext uri="{FF2B5EF4-FFF2-40B4-BE49-F238E27FC236}">
                <a16:creationId xmlns:a16="http://schemas.microsoft.com/office/drawing/2014/main" id="{E3E16D6D-7BB5-EA28-E567-0E3AA440B9EF}"/>
              </a:ext>
            </a:extLst>
          </p:cNvPr>
          <p:cNvSpPr/>
          <p:nvPr userDrawn="1"/>
        </p:nvSpPr>
        <p:spPr>
          <a:xfrm rot="5400000">
            <a:off x="3172333" y="2240999"/>
            <a:ext cx="866589" cy="1632980"/>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8" name="圖片 7"/>
          <p:cNvPicPr>
            <a:picLocks noChangeAspect="1"/>
          </p:cNvPicPr>
          <p:nvPr userDrawn="1"/>
        </p:nvPicPr>
        <p:blipFill>
          <a:blip r:embed="rId3"/>
          <a:stretch>
            <a:fillRect/>
          </a:stretch>
        </p:blipFill>
        <p:spPr>
          <a:xfrm>
            <a:off x="2892057" y="2727897"/>
            <a:ext cx="6411433" cy="1444127"/>
          </a:xfrm>
          <a:prstGeom prst="rect">
            <a:avLst/>
          </a:prstGeom>
        </p:spPr>
      </p:pic>
      <p:sp>
        <p:nvSpPr>
          <p:cNvPr id="13" name="Title Placeholder 1">
            <a:extLst>
              <a:ext uri="{FF2B5EF4-FFF2-40B4-BE49-F238E27FC236}">
                <a16:creationId xmlns:a16="http://schemas.microsoft.com/office/drawing/2014/main" id="{DB302E5A-F003-4623-8CCB-A6F0C3D742B5}"/>
              </a:ext>
            </a:extLst>
          </p:cNvPr>
          <p:cNvSpPr>
            <a:spLocks noGrp="1"/>
          </p:cNvSpPr>
          <p:nvPr>
            <p:ph type="title"/>
          </p:nvPr>
        </p:nvSpPr>
        <p:spPr>
          <a:xfrm>
            <a:off x="2842016" y="2796654"/>
            <a:ext cx="6508174" cy="1276688"/>
          </a:xfrm>
          <a:prstGeom prst="rect">
            <a:avLst/>
          </a:prstGeom>
        </p:spPr>
        <p:txBody>
          <a:bodyPr vert="horz" lIns="91440" tIns="45720" rIns="91440" bIns="45720" rtlCol="0" anchor="ctr">
            <a:normAutofit/>
          </a:bodyPr>
          <a:lstStyle>
            <a:lvl1pPr algn="ctr">
              <a:defRPr b="1"/>
            </a:lvl1pPr>
          </a:lstStyle>
          <a:p>
            <a:r>
              <a:rPr lang="zh-TW" altLang="en-US"/>
              <a:t>按一下以編輯母片標題樣式</a:t>
            </a:r>
            <a:endParaRPr lang="en-US" dirty="0"/>
          </a:p>
        </p:txBody>
      </p:sp>
      <p:sp>
        <p:nvSpPr>
          <p:cNvPr id="4" name="三角形 3">
            <a:extLst>
              <a:ext uri="{FF2B5EF4-FFF2-40B4-BE49-F238E27FC236}">
                <a16:creationId xmlns:a16="http://schemas.microsoft.com/office/drawing/2014/main" id="{5843954F-C750-FC0F-1B4C-8D7F7AE5D2FE}"/>
              </a:ext>
            </a:extLst>
          </p:cNvPr>
          <p:cNvSpPr/>
          <p:nvPr userDrawn="1"/>
        </p:nvSpPr>
        <p:spPr>
          <a:xfrm rot="16200000">
            <a:off x="8295477" y="3109373"/>
            <a:ext cx="776418" cy="1463064"/>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5" name="圖片 7">
            <a:extLst>
              <a:ext uri="{FF2B5EF4-FFF2-40B4-BE49-F238E27FC236}">
                <a16:creationId xmlns:a16="http://schemas.microsoft.com/office/drawing/2014/main" id="{ECB85DE2-16D8-F020-E4D2-F56BB7C6C831}"/>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11869313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C_章節標題_短標B">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18" name="三角形 17">
            <a:extLst>
              <a:ext uri="{FF2B5EF4-FFF2-40B4-BE49-F238E27FC236}">
                <a16:creationId xmlns:a16="http://schemas.microsoft.com/office/drawing/2014/main" id="{18153046-A427-8FA4-32C8-9D305D9BB58D}"/>
              </a:ext>
            </a:extLst>
          </p:cNvPr>
          <p:cNvSpPr/>
          <p:nvPr userDrawn="1"/>
        </p:nvSpPr>
        <p:spPr>
          <a:xfrm rot="10800000">
            <a:off x="8711723" y="2160063"/>
            <a:ext cx="698582" cy="1964107"/>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三角形 16">
            <a:extLst>
              <a:ext uri="{FF2B5EF4-FFF2-40B4-BE49-F238E27FC236}">
                <a16:creationId xmlns:a16="http://schemas.microsoft.com/office/drawing/2014/main" id="{9F1DBF9D-DE47-D44C-E3CE-B2276EC0B583}"/>
              </a:ext>
            </a:extLst>
          </p:cNvPr>
          <p:cNvSpPr/>
          <p:nvPr userDrawn="1"/>
        </p:nvSpPr>
        <p:spPr>
          <a:xfrm rot="5400000">
            <a:off x="3172333" y="2411477"/>
            <a:ext cx="866589" cy="1632980"/>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矩形 2">
            <a:extLst>
              <a:ext uri="{FF2B5EF4-FFF2-40B4-BE49-F238E27FC236}">
                <a16:creationId xmlns:a16="http://schemas.microsoft.com/office/drawing/2014/main" id="{82873368-C34E-4C28-B7AD-2F62B1B105C6}"/>
              </a:ext>
            </a:extLst>
          </p:cNvPr>
          <p:cNvSpPr/>
          <p:nvPr userDrawn="1"/>
        </p:nvSpPr>
        <p:spPr>
          <a:xfrm>
            <a:off x="3828017" y="2160064"/>
            <a:ext cx="5388502" cy="736222"/>
          </a:xfrm>
          <a:prstGeom prst="rect">
            <a:avLst/>
          </a:prstGeom>
          <a:solidFill>
            <a:srgbClr val="333333"/>
          </a:solidFill>
          <a:ln w="952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1" name="矩形 10">
            <a:extLst>
              <a:ext uri="{FF2B5EF4-FFF2-40B4-BE49-F238E27FC236}">
                <a16:creationId xmlns:a16="http://schemas.microsoft.com/office/drawing/2014/main" id="{BFF7DB12-974D-29BB-742B-E04BCF7A7846}"/>
              </a:ext>
            </a:extLst>
          </p:cNvPr>
          <p:cNvSpPr/>
          <p:nvPr userDrawn="1"/>
        </p:nvSpPr>
        <p:spPr>
          <a:xfrm>
            <a:off x="3914988" y="2256548"/>
            <a:ext cx="5388502" cy="543254"/>
          </a:xfrm>
          <a:prstGeom prst="rect">
            <a:avLst/>
          </a:prstGeom>
          <a:solidFill>
            <a:schemeClr val="bg1"/>
          </a:solidFill>
          <a:ln w="952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2" name="文字版面配置區 22">
            <a:extLst>
              <a:ext uri="{FF2B5EF4-FFF2-40B4-BE49-F238E27FC236}">
                <a16:creationId xmlns:a16="http://schemas.microsoft.com/office/drawing/2014/main" id="{45231EA0-BD17-FCFA-BB4B-5DE5B27B4A76}"/>
              </a:ext>
            </a:extLst>
          </p:cNvPr>
          <p:cNvSpPr>
            <a:spLocks noGrp="1"/>
          </p:cNvSpPr>
          <p:nvPr userDrawn="1">
            <p:ph type="body" sz="quarter" idx="10"/>
          </p:nvPr>
        </p:nvSpPr>
        <p:spPr>
          <a:xfrm>
            <a:off x="3918269" y="2290863"/>
            <a:ext cx="5381676" cy="460300"/>
          </a:xfrm>
          <a:prstGeom prst="rect">
            <a:avLst/>
          </a:prstGeom>
        </p:spPr>
        <p:txBody>
          <a:bodyPr anchor="ctr"/>
          <a:lstStyle>
            <a:lvl1pPr marL="0" indent="0" algn="ctr">
              <a:buNone/>
              <a:defRPr sz="2400" b="0"/>
            </a:lvl1pPr>
          </a:lstStyle>
          <a:p>
            <a:pPr lvl="0"/>
            <a:r>
              <a:rPr kumimoji="1" lang="zh-TW" altLang="en-US"/>
              <a:t>按一下以編輯母片文字樣式</a:t>
            </a:r>
          </a:p>
        </p:txBody>
      </p:sp>
      <p:pic>
        <p:nvPicPr>
          <p:cNvPr id="9" name="圖片 8">
            <a:extLst>
              <a:ext uri="{FF2B5EF4-FFF2-40B4-BE49-F238E27FC236}">
                <a16:creationId xmlns:a16="http://schemas.microsoft.com/office/drawing/2014/main" id="{A4584E00-97F6-7817-0325-006E1B874ADC}"/>
              </a:ext>
            </a:extLst>
          </p:cNvPr>
          <p:cNvPicPr>
            <a:picLocks noChangeAspect="1"/>
          </p:cNvPicPr>
          <p:nvPr userDrawn="1"/>
        </p:nvPicPr>
        <p:blipFill>
          <a:blip r:embed="rId3"/>
          <a:stretch>
            <a:fillRect/>
          </a:stretch>
        </p:blipFill>
        <p:spPr>
          <a:xfrm>
            <a:off x="2898932" y="2882446"/>
            <a:ext cx="6411433" cy="1444127"/>
          </a:xfrm>
          <a:prstGeom prst="rect">
            <a:avLst/>
          </a:prstGeom>
        </p:spPr>
      </p:pic>
      <p:sp>
        <p:nvSpPr>
          <p:cNvPr id="14" name="Title Placeholder 1">
            <a:extLst>
              <a:ext uri="{FF2B5EF4-FFF2-40B4-BE49-F238E27FC236}">
                <a16:creationId xmlns:a16="http://schemas.microsoft.com/office/drawing/2014/main" id="{40F8918C-EF3C-E1EE-6FCD-F27299DF42A3}"/>
              </a:ext>
            </a:extLst>
          </p:cNvPr>
          <p:cNvSpPr>
            <a:spLocks noGrp="1"/>
          </p:cNvSpPr>
          <p:nvPr userDrawn="1">
            <p:ph type="title"/>
          </p:nvPr>
        </p:nvSpPr>
        <p:spPr>
          <a:xfrm>
            <a:off x="2896744" y="3064877"/>
            <a:ext cx="6403200" cy="1074793"/>
          </a:xfrm>
          <a:prstGeom prst="rect">
            <a:avLst/>
          </a:prstGeom>
        </p:spPr>
        <p:txBody>
          <a:bodyPr vert="horz" lIns="91440" tIns="45720" rIns="91440" bIns="45720" rtlCol="0" anchor="ctr">
            <a:normAutofit/>
          </a:bodyPr>
          <a:lstStyle>
            <a:lvl1pPr algn="ctr">
              <a:defRPr b="1"/>
            </a:lvl1pPr>
          </a:lstStyle>
          <a:p>
            <a:r>
              <a:rPr lang="zh-TW" altLang="en-US"/>
              <a:t>按一下以編輯母片標題樣式</a:t>
            </a:r>
            <a:endParaRPr lang="en-US" dirty="0"/>
          </a:p>
        </p:txBody>
      </p:sp>
      <p:sp>
        <p:nvSpPr>
          <p:cNvPr id="16" name="三角形 15">
            <a:extLst>
              <a:ext uri="{FF2B5EF4-FFF2-40B4-BE49-F238E27FC236}">
                <a16:creationId xmlns:a16="http://schemas.microsoft.com/office/drawing/2014/main" id="{F4463E3D-3372-0EDC-CB60-5FFB62345274}"/>
              </a:ext>
            </a:extLst>
          </p:cNvPr>
          <p:cNvSpPr/>
          <p:nvPr userDrawn="1"/>
        </p:nvSpPr>
        <p:spPr>
          <a:xfrm rot="16200000">
            <a:off x="8518841" y="3521020"/>
            <a:ext cx="618132" cy="1164795"/>
          </a:xfrm>
          <a:prstGeom prst="triangle">
            <a:avLst>
              <a:gd name="adj" fmla="val 0"/>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 name="圖片 7">
            <a:extLst>
              <a:ext uri="{FF2B5EF4-FFF2-40B4-BE49-F238E27FC236}">
                <a16:creationId xmlns:a16="http://schemas.microsoft.com/office/drawing/2014/main" id="{CEA52389-2F11-CEDB-8356-334A1989141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21710777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C_章節標題_長標B">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F96DA1A-4188-4962-A9AC-A82DBD4F557E}"/>
              </a:ext>
            </a:extLst>
          </p:cNvPr>
          <p:cNvPicPr>
            <a:picLocks noChangeAspect="1"/>
          </p:cNvPicPr>
          <p:nvPr userDrawn="1"/>
        </p:nvPicPr>
        <p:blipFill>
          <a:blip r:embed="rId3"/>
          <a:stretch>
            <a:fillRect/>
          </a:stretch>
        </p:blipFill>
        <p:spPr>
          <a:xfrm>
            <a:off x="339691" y="3285391"/>
            <a:ext cx="519843" cy="347395"/>
          </a:xfrm>
          <a:prstGeom prst="rect">
            <a:avLst/>
          </a:prstGeom>
        </p:spPr>
      </p:pic>
      <p:sp>
        <p:nvSpPr>
          <p:cNvPr id="5" name="標題 2">
            <a:extLst>
              <a:ext uri="{FF2B5EF4-FFF2-40B4-BE49-F238E27FC236}">
                <a16:creationId xmlns:a16="http://schemas.microsoft.com/office/drawing/2014/main" id="{FCDA2408-B916-A8BB-F79E-0D9818AC041F}"/>
              </a:ext>
            </a:extLst>
          </p:cNvPr>
          <p:cNvSpPr>
            <a:spLocks noGrp="1"/>
          </p:cNvSpPr>
          <p:nvPr>
            <p:ph type="title"/>
          </p:nvPr>
        </p:nvSpPr>
        <p:spPr>
          <a:xfrm>
            <a:off x="880547" y="3251014"/>
            <a:ext cx="10971762" cy="599599"/>
          </a:xfrm>
          <a:prstGeom prst="rect">
            <a:avLst/>
          </a:prstGeom>
        </p:spPr>
        <p:txBody>
          <a:bodyPr/>
          <a:lstStyle>
            <a:lvl1pPr>
              <a:defRPr sz="2800" b="1"/>
            </a:lvl1pPr>
          </a:lstStyle>
          <a:p>
            <a:r>
              <a:rPr lang="zh-TW" altLang="en-US"/>
              <a:t>按一下以編輯母片標題樣式</a:t>
            </a:r>
            <a:endParaRPr lang="zh-TW" altLang="en-US" dirty="0"/>
          </a:p>
        </p:txBody>
      </p:sp>
      <p:pic>
        <p:nvPicPr>
          <p:cNvPr id="3" name="圖片 7">
            <a:extLst>
              <a:ext uri="{FF2B5EF4-FFF2-40B4-BE49-F238E27FC236}">
                <a16:creationId xmlns:a16="http://schemas.microsoft.com/office/drawing/2014/main" id="{CCC3BFAA-411F-1AB3-664D-3771301E876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14618837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C_章節標題及圖片">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2C289160-58AC-3974-1A42-C0E233262E63}"/>
              </a:ext>
            </a:extLst>
          </p:cNvPr>
          <p:cNvSpPr/>
          <p:nvPr userDrawn="1"/>
        </p:nvSpPr>
        <p:spPr>
          <a:xfrm>
            <a:off x="5321298" y="-1"/>
            <a:ext cx="6870701" cy="6870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標題 2">
            <a:extLst>
              <a:ext uri="{FF2B5EF4-FFF2-40B4-BE49-F238E27FC236}">
                <a16:creationId xmlns:a16="http://schemas.microsoft.com/office/drawing/2014/main" id="{9EE43F67-206A-4B9A-A008-5C516510CE8D}"/>
              </a:ext>
            </a:extLst>
          </p:cNvPr>
          <p:cNvSpPr>
            <a:spLocks noGrp="1"/>
          </p:cNvSpPr>
          <p:nvPr>
            <p:ph type="title"/>
          </p:nvPr>
        </p:nvSpPr>
        <p:spPr>
          <a:xfrm>
            <a:off x="454706" y="2811439"/>
            <a:ext cx="4555053" cy="592161"/>
          </a:xfrm>
          <a:prstGeom prst="rect">
            <a:avLst/>
          </a:prstGeom>
        </p:spPr>
        <p:txBody>
          <a:bodyPr/>
          <a:lstStyle>
            <a:lvl1pPr>
              <a:defRPr sz="2800" b="1"/>
            </a:lvl1pPr>
          </a:lstStyle>
          <a:p>
            <a:r>
              <a:rPr lang="zh-TW" altLang="en-US"/>
              <a:t>按一下以編輯母片標題樣式</a:t>
            </a:r>
            <a:endParaRPr lang="zh-TW" altLang="en-US" dirty="0"/>
          </a:p>
        </p:txBody>
      </p:sp>
      <p:sp>
        <p:nvSpPr>
          <p:cNvPr id="11" name="文字版面配置區 10">
            <a:extLst>
              <a:ext uri="{FF2B5EF4-FFF2-40B4-BE49-F238E27FC236}">
                <a16:creationId xmlns:a16="http://schemas.microsoft.com/office/drawing/2014/main" id="{F84A8935-ABC5-D955-9A90-D612C7FC10B1}"/>
              </a:ext>
            </a:extLst>
          </p:cNvPr>
          <p:cNvSpPr>
            <a:spLocks noGrp="1"/>
          </p:cNvSpPr>
          <p:nvPr>
            <p:ph type="body" sz="quarter" idx="14"/>
          </p:nvPr>
        </p:nvSpPr>
        <p:spPr>
          <a:xfrm>
            <a:off x="454706" y="3428930"/>
            <a:ext cx="4555444" cy="1300162"/>
          </a:xfrm>
          <a:prstGeom prst="rect">
            <a:avLst/>
          </a:prstGeom>
        </p:spPr>
        <p:txBody>
          <a:bodyPr/>
          <a:lstStyle>
            <a:lvl1pPr algn="ctr">
              <a:lnSpc>
                <a:spcPts val="2400"/>
              </a:lnSpc>
              <a:defRPr sz="1600"/>
            </a:lvl1pPr>
            <a:lvl2pPr algn="ctr">
              <a:lnSpc>
                <a:spcPts val="2400"/>
              </a:lnSpc>
              <a:defRPr sz="1600"/>
            </a:lvl2pPr>
            <a:lvl3pPr algn="ctr">
              <a:lnSpc>
                <a:spcPts val="2400"/>
              </a:lnSpc>
              <a:defRPr sz="1600"/>
            </a:lvl3pPr>
            <a:lvl4pPr algn="ctr">
              <a:lnSpc>
                <a:spcPts val="2400"/>
              </a:lnSpc>
              <a:defRPr sz="1600"/>
            </a:lvl4pPr>
            <a:lvl5pPr algn="ctr">
              <a:lnSpc>
                <a:spcPts val="2400"/>
              </a:lnSpc>
              <a:defRPr sz="1600"/>
            </a:lvl5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endParaRPr kumimoji="1" lang="zh-TW" altLang="en-US" dirty="0"/>
          </a:p>
        </p:txBody>
      </p:sp>
      <p:pic>
        <p:nvPicPr>
          <p:cNvPr id="3" name="圖片 2">
            <a:extLst>
              <a:ext uri="{FF2B5EF4-FFF2-40B4-BE49-F238E27FC236}">
                <a16:creationId xmlns:a16="http://schemas.microsoft.com/office/drawing/2014/main" id="{6699CE81-E5B1-D80B-23FD-3C61125C39E9}"/>
              </a:ext>
            </a:extLst>
          </p:cNvPr>
          <p:cNvPicPr>
            <a:picLocks noChangeAspect="1"/>
          </p:cNvPicPr>
          <p:nvPr userDrawn="1"/>
        </p:nvPicPr>
        <p:blipFill>
          <a:blip r:embed="rId2"/>
          <a:stretch>
            <a:fillRect/>
          </a:stretch>
        </p:blipFill>
        <p:spPr>
          <a:xfrm>
            <a:off x="339691" y="423946"/>
            <a:ext cx="519843" cy="347395"/>
          </a:xfrm>
          <a:prstGeom prst="rect">
            <a:avLst/>
          </a:prstGeom>
        </p:spPr>
      </p:pic>
      <p:sp>
        <p:nvSpPr>
          <p:cNvPr id="4" name="Slide Number Placeholder 5">
            <a:extLst>
              <a:ext uri="{FF2B5EF4-FFF2-40B4-BE49-F238E27FC236}">
                <a16:creationId xmlns:a16="http://schemas.microsoft.com/office/drawing/2014/main" id="{3CC6F696-733E-81E8-EC1F-4A775E377932}"/>
              </a:ext>
            </a:extLst>
          </p:cNvPr>
          <p:cNvSpPr>
            <a:spLocks noGrp="1"/>
          </p:cNvSpPr>
          <p:nvPr>
            <p:ph type="sldNum" sz="quarter" idx="12"/>
          </p:nvPr>
        </p:nvSpPr>
        <p:spPr>
          <a:xfrm>
            <a:off x="1" y="6492876"/>
            <a:ext cx="909411" cy="365125"/>
          </a:xfrm>
          <a:prstGeom prst="rect">
            <a:avLst/>
          </a:prstGeom>
        </p:spPr>
        <p:txBody>
          <a:bodyPr/>
          <a:lstStyle>
            <a:lvl1pPr algn="ctr">
              <a:defRPr sz="1100">
                <a:latin typeface="+mj-ea"/>
                <a:ea typeface="+mj-ea"/>
              </a:defRPr>
            </a:lvl1pPr>
          </a:lstStyle>
          <a:p>
            <a:fld id="{5C878676-667B-7345-8540-6ADF75C84D17}" type="slidenum">
              <a:rPr kumimoji="1" lang="zh-TW" altLang="en-US" smtClean="0"/>
              <a:pPr/>
              <a:t>‹#›</a:t>
            </a:fld>
            <a:endParaRPr kumimoji="1" lang="zh-TW" altLang="en-US" dirty="0"/>
          </a:p>
        </p:txBody>
      </p:sp>
      <p:pic>
        <p:nvPicPr>
          <p:cNvPr id="6" name="圖片 7">
            <a:extLst>
              <a:ext uri="{FF2B5EF4-FFF2-40B4-BE49-F238E27FC236}">
                <a16:creationId xmlns:a16="http://schemas.microsoft.com/office/drawing/2014/main" id="{BFB5A930-DAD4-F9B3-5AA1-6787C535341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8338798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C_尾頁">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3" name="圖片 7">
            <a:extLst>
              <a:ext uri="{FF2B5EF4-FFF2-40B4-BE49-F238E27FC236}">
                <a16:creationId xmlns:a16="http://schemas.microsoft.com/office/drawing/2014/main" id="{78F027DB-B1D1-4530-4746-1880B99CDD2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074314" y="6463309"/>
            <a:ext cx="4003211" cy="310013"/>
          </a:xfrm>
          <a:prstGeom prst="rect">
            <a:avLst/>
          </a:prstGeom>
        </p:spPr>
      </p:pic>
    </p:spTree>
    <p:extLst>
      <p:ext uri="{BB962C8B-B14F-4D97-AF65-F5344CB8AC3E}">
        <p14:creationId xmlns:p14="http://schemas.microsoft.com/office/powerpoint/2010/main" val="4114439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212973"/>
      </p:ext>
    </p:extLst>
  </p:cSld>
  <p:clrMap bg1="lt1" tx1="dk1" bg2="lt2" tx2="dk2" accent1="accent1" accent2="accent2" accent3="accent3" accent4="accent4" accent5="accent5" accent6="accent6" hlink="hlink" folHlink="folHlink"/>
  <p:sldLayoutIdLst>
    <p:sldLayoutId id="2147483661" r:id="rId1"/>
    <p:sldLayoutId id="2147483666" r:id="rId2"/>
    <p:sldLayoutId id="2147483667" r:id="rId3"/>
    <p:sldLayoutId id="2147483672" r:id="rId4"/>
    <p:sldLayoutId id="2147483673" r:id="rId5"/>
    <p:sldLayoutId id="2147483675" r:id="rId6"/>
    <p:sldLayoutId id="2147483669" r:id="rId7"/>
    <p:sldLayoutId id="2147483671" r:id="rId8"/>
    <p:sldLayoutId id="2147483676" r:id="rId9"/>
    <p:sldLayoutId id="2147483668" r:id="rId10"/>
    <p:sldLayoutId id="2147483674" r:id="rId11"/>
    <p:sldLayoutId id="214748367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8">
            <a:extLst>
              <a:ext uri="{FF2B5EF4-FFF2-40B4-BE49-F238E27FC236}">
                <a16:creationId xmlns:a16="http://schemas.microsoft.com/office/drawing/2014/main" id="{C3EF453F-4AF7-A94C-86A0-A058D40A85D8}"/>
              </a:ext>
            </a:extLst>
          </p:cNvPr>
          <p:cNvSpPr>
            <a:spLocks noGrp="1"/>
          </p:cNvSpPr>
          <p:nvPr>
            <p:ph type="title"/>
          </p:nvPr>
        </p:nvSpPr>
        <p:spPr>
          <a:xfrm>
            <a:off x="371475" y="2521768"/>
            <a:ext cx="11449050" cy="792319"/>
          </a:xfrm>
        </p:spPr>
        <p:txBody>
          <a:bodyPr/>
          <a:lstStyle/>
          <a:p>
            <a:r>
              <a:rPr lang="zh-TW" altLang="en-US" sz="4000" dirty="0">
                <a:latin typeface="+mj-ea"/>
              </a:rPr>
              <a:t>品牌名 產品名</a:t>
            </a:r>
            <a:endParaRPr lang="zh-TW" altLang="en-US" sz="4000" dirty="0"/>
          </a:p>
        </p:txBody>
      </p:sp>
      <p:sp>
        <p:nvSpPr>
          <p:cNvPr id="2" name="Title 1">
            <a:extLst>
              <a:ext uri="{FF2B5EF4-FFF2-40B4-BE49-F238E27FC236}">
                <a16:creationId xmlns:a16="http://schemas.microsoft.com/office/drawing/2014/main" id="{2D5954E1-1EEF-C42F-6824-D414DB9B64A6}"/>
              </a:ext>
            </a:extLst>
          </p:cNvPr>
          <p:cNvSpPr txBox="1">
            <a:spLocks/>
          </p:cNvSpPr>
          <p:nvPr/>
        </p:nvSpPr>
        <p:spPr>
          <a:xfrm>
            <a:off x="5110200" y="3155835"/>
            <a:ext cx="1971600" cy="6722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TW" altLang="en-US" sz="1400" b="1" dirty="0">
                <a:solidFill>
                  <a:schemeClr val="bg1">
                    <a:lumMod val="50000"/>
                  </a:schemeClr>
                </a:solidFill>
                <a:latin typeface="+mj-ea"/>
                <a:cs typeface="Helvetica"/>
              </a:rPr>
              <a:t>結案報告 </a:t>
            </a:r>
            <a:r>
              <a:rPr lang="en-US" sz="1400" b="1" dirty="0">
                <a:solidFill>
                  <a:schemeClr val="bg1">
                    <a:lumMod val="50000"/>
                  </a:schemeClr>
                </a:solidFill>
                <a:latin typeface="+mj-ea"/>
                <a:cs typeface="Helvetica"/>
              </a:rPr>
              <a:t>202</a:t>
            </a:r>
            <a:r>
              <a:rPr lang="en-US" altLang="zh-TW" sz="1400" b="1" dirty="0">
                <a:solidFill>
                  <a:schemeClr val="bg1">
                    <a:lumMod val="50000"/>
                  </a:schemeClr>
                </a:solidFill>
                <a:latin typeface="+mj-ea"/>
                <a:cs typeface="Helvetica"/>
              </a:rPr>
              <a:t>5</a:t>
            </a:r>
            <a:r>
              <a:rPr lang="en-US" sz="1400" b="1" dirty="0">
                <a:solidFill>
                  <a:schemeClr val="bg1">
                    <a:lumMod val="50000"/>
                  </a:schemeClr>
                </a:solidFill>
                <a:latin typeface="+mj-ea"/>
                <a:cs typeface="Helvetica"/>
              </a:rPr>
              <a:t>.</a:t>
            </a:r>
            <a:r>
              <a:rPr lang="en-US" altLang="zh-TW" sz="1400" b="1" dirty="0">
                <a:solidFill>
                  <a:schemeClr val="bg1">
                    <a:lumMod val="50000"/>
                  </a:schemeClr>
                </a:solidFill>
                <a:latin typeface="+mj-ea"/>
                <a:cs typeface="Helvetica"/>
              </a:rPr>
              <a:t>12</a:t>
            </a:r>
            <a:r>
              <a:rPr lang="en-US" sz="1400" b="1" dirty="0">
                <a:solidFill>
                  <a:schemeClr val="bg1">
                    <a:lumMod val="50000"/>
                  </a:schemeClr>
                </a:solidFill>
                <a:latin typeface="+mj-ea"/>
                <a:cs typeface="Helvetica"/>
              </a:rPr>
              <a:t>.</a:t>
            </a:r>
            <a:r>
              <a:rPr lang="en-US" altLang="zh-TW" sz="1400" b="1" dirty="0">
                <a:solidFill>
                  <a:schemeClr val="bg1">
                    <a:lumMod val="50000"/>
                  </a:schemeClr>
                </a:solidFill>
                <a:latin typeface="+mj-ea"/>
                <a:cs typeface="Helvetica"/>
              </a:rPr>
              <a:t>03</a:t>
            </a:r>
            <a:endParaRPr lang="en-US" sz="1400" b="1" dirty="0">
              <a:solidFill>
                <a:schemeClr val="bg1">
                  <a:lumMod val="50000"/>
                </a:schemeClr>
              </a:solidFill>
              <a:latin typeface="+mj-ea"/>
              <a:cs typeface="Helvetica" panose="020B0604020202020204" pitchFamily="34" charset="0"/>
            </a:endParaRPr>
          </a:p>
        </p:txBody>
      </p:sp>
    </p:spTree>
    <p:extLst>
      <p:ext uri="{BB962C8B-B14F-4D97-AF65-F5344CB8AC3E}">
        <p14:creationId xmlns:p14="http://schemas.microsoft.com/office/powerpoint/2010/main" val="741273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42F8F-7920-47F9-1F7F-3638806ADD08}"/>
              </a:ext>
            </a:extLst>
          </p:cNvPr>
          <p:cNvSpPr>
            <a:spLocks noGrp="1"/>
          </p:cNvSpPr>
          <p:nvPr>
            <p:ph type="title"/>
          </p:nvPr>
        </p:nvSpPr>
        <p:spPr/>
        <p:txBody>
          <a:bodyPr/>
          <a:lstStyle/>
          <a:p>
            <a:r>
              <a:rPr lang="en-US" altLang="zh-TW" dirty="0"/>
              <a:t>KOL</a:t>
            </a:r>
            <a:r>
              <a:rPr lang="zh-TW" altLang="en-US" dirty="0"/>
              <a:t>成效數據</a:t>
            </a:r>
          </a:p>
        </p:txBody>
      </p:sp>
    </p:spTree>
    <p:extLst>
      <p:ext uri="{BB962C8B-B14F-4D97-AF65-F5344CB8AC3E}">
        <p14:creationId xmlns:p14="http://schemas.microsoft.com/office/powerpoint/2010/main" val="1860199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14773836-C77C-E4E8-EDA5-AFB13F89E975}"/>
              </a:ext>
            </a:extLst>
          </p:cNvPr>
          <p:cNvSpPr/>
          <p:nvPr/>
        </p:nvSpPr>
        <p:spPr>
          <a:xfrm>
            <a:off x="9978281" y="1866255"/>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34EF9B12-7ED6-2BF9-731C-98E2A09DBD79}"/>
              </a:ext>
            </a:extLst>
          </p:cNvPr>
          <p:cNvSpPr/>
          <p:nvPr/>
        </p:nvSpPr>
        <p:spPr>
          <a:xfrm>
            <a:off x="7961710" y="1868913"/>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78446146-7A53-825D-A398-8EC722E03109}"/>
              </a:ext>
            </a:extLst>
          </p:cNvPr>
          <p:cNvSpPr/>
          <p:nvPr/>
        </p:nvSpPr>
        <p:spPr>
          <a:xfrm>
            <a:off x="5975118" y="1866255"/>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1E7DA4AF-F7CB-9EF8-3BE5-A5C162BB0D5D}"/>
              </a:ext>
            </a:extLst>
          </p:cNvPr>
          <p:cNvSpPr/>
          <p:nvPr/>
        </p:nvSpPr>
        <p:spPr>
          <a:xfrm>
            <a:off x="523257" y="1863598"/>
            <a:ext cx="5147062"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D1822D3A-58B5-1051-D682-9BCB1863FC18}"/>
              </a:ext>
            </a:extLst>
          </p:cNvPr>
          <p:cNvSpPr>
            <a:spLocks noGrp="1"/>
          </p:cNvSpPr>
          <p:nvPr>
            <p:ph type="title"/>
          </p:nvPr>
        </p:nvSpPr>
        <p:spPr>
          <a:xfrm>
            <a:off x="867847" y="367213"/>
            <a:ext cx="10984462" cy="599599"/>
          </a:xfrm>
        </p:spPr>
        <p:txBody>
          <a:bodyPr/>
          <a:lstStyle/>
          <a:p>
            <a:r>
              <a:rPr kumimoji="1" lang="en-US" altLang="zh-TW" dirty="0"/>
              <a:t>KOL_A</a:t>
            </a:r>
            <a:r>
              <a:rPr kumimoji="1" lang="zh-TW" altLang="en-US" dirty="0"/>
              <a:t>名稱</a:t>
            </a:r>
            <a:r>
              <a:rPr kumimoji="1" lang="en-US" altLang="zh-TW" dirty="0"/>
              <a:t>-</a:t>
            </a:r>
            <a:r>
              <a:rPr kumimoji="1" lang="zh-TW" altLang="en-US" dirty="0"/>
              <a:t>上刊截圖</a:t>
            </a:r>
          </a:p>
        </p:txBody>
      </p:sp>
      <p:sp>
        <p:nvSpPr>
          <p:cNvPr id="3" name="矩形 2">
            <a:extLst>
              <a:ext uri="{FF2B5EF4-FFF2-40B4-BE49-F238E27FC236}">
                <a16:creationId xmlns:a16="http://schemas.microsoft.com/office/drawing/2014/main" id="{AA2E6BDE-E531-420E-8E6E-1FFD76BEDF96}"/>
              </a:ext>
            </a:extLst>
          </p:cNvPr>
          <p:cNvSpPr/>
          <p:nvPr/>
        </p:nvSpPr>
        <p:spPr>
          <a:xfrm>
            <a:off x="523258" y="1284015"/>
            <a:ext cx="2002848" cy="3217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 貼文上刊截圖</a:t>
            </a:r>
          </a:p>
        </p:txBody>
      </p:sp>
      <p:sp>
        <p:nvSpPr>
          <p:cNvPr id="4" name="矩形 3">
            <a:extLst>
              <a:ext uri="{FF2B5EF4-FFF2-40B4-BE49-F238E27FC236}">
                <a16:creationId xmlns:a16="http://schemas.microsoft.com/office/drawing/2014/main" id="{0AE6BA00-4C1B-9998-866B-ACD6111DC82C}"/>
              </a:ext>
            </a:extLst>
          </p:cNvPr>
          <p:cNvSpPr/>
          <p:nvPr/>
        </p:nvSpPr>
        <p:spPr>
          <a:xfrm>
            <a:off x="7987024" y="1362714"/>
            <a:ext cx="1720440" cy="3070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
        <p:nvSpPr>
          <p:cNvPr id="5" name="文字方塊 4">
            <a:extLst>
              <a:ext uri="{FF2B5EF4-FFF2-40B4-BE49-F238E27FC236}">
                <a16:creationId xmlns:a16="http://schemas.microsoft.com/office/drawing/2014/main" id="{529A5399-F950-A844-93B6-6F5F04830F25}"/>
              </a:ext>
            </a:extLst>
          </p:cNvPr>
          <p:cNvSpPr txBox="1"/>
          <p:nvPr/>
        </p:nvSpPr>
        <p:spPr>
          <a:xfrm>
            <a:off x="2539170" y="1229927"/>
            <a:ext cx="1071216" cy="375872"/>
          </a:xfrm>
          <a:prstGeom prst="rect">
            <a:avLst/>
          </a:prstGeom>
          <a:noFill/>
        </p:spPr>
        <p:txBody>
          <a:bodyPr wrap="square">
            <a:spAutoFit/>
          </a:bodyPr>
          <a:lstStyle/>
          <a:p>
            <a:pPr>
              <a:lnSpc>
                <a:spcPct val="150000"/>
              </a:lnSpc>
            </a:pPr>
            <a:r>
              <a:rPr kumimoji="1" lang="en-US" altLang="zh-TW" sz="1400" b="1" dirty="0">
                <a:latin typeface="+mj-ea"/>
                <a:ea typeface="+mj-ea"/>
              </a:rPr>
              <a:t>IG</a:t>
            </a:r>
            <a:r>
              <a:rPr kumimoji="1" lang="zh-TW" altLang="en-US" sz="1400" b="1" dirty="0">
                <a:latin typeface="+mj-ea"/>
                <a:ea typeface="+mj-ea"/>
              </a:rPr>
              <a:t> </a:t>
            </a:r>
            <a:r>
              <a:rPr kumimoji="1" lang="en-US" altLang="zh-TW" sz="1400" b="1" dirty="0">
                <a:latin typeface="+mj-ea"/>
                <a:ea typeface="+mj-ea"/>
              </a:rPr>
              <a:t>Reels</a:t>
            </a:r>
            <a:endParaRPr kumimoji="1" lang="en" altLang="zh-TW" sz="1400" b="1" dirty="0">
              <a:latin typeface="+mj-ea"/>
              <a:ea typeface="+mj-ea"/>
            </a:endParaRPr>
          </a:p>
        </p:txBody>
      </p:sp>
      <p:sp>
        <p:nvSpPr>
          <p:cNvPr id="8" name="矩形 7">
            <a:extLst>
              <a:ext uri="{FF2B5EF4-FFF2-40B4-BE49-F238E27FC236}">
                <a16:creationId xmlns:a16="http://schemas.microsoft.com/office/drawing/2014/main" id="{88348A9F-255B-8667-59C6-0DC7059BB4C9}"/>
              </a:ext>
            </a:extLst>
          </p:cNvPr>
          <p:cNvSpPr/>
          <p:nvPr/>
        </p:nvSpPr>
        <p:spPr>
          <a:xfrm>
            <a:off x="5995766" y="1374447"/>
            <a:ext cx="1734053" cy="295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 </a:t>
            </a:r>
          </a:p>
        </p:txBody>
      </p:sp>
      <p:sp>
        <p:nvSpPr>
          <p:cNvPr id="9" name="矩形 8">
            <a:extLst>
              <a:ext uri="{FF2B5EF4-FFF2-40B4-BE49-F238E27FC236}">
                <a16:creationId xmlns:a16="http://schemas.microsoft.com/office/drawing/2014/main" id="{B036191E-5E64-F3EA-EA6D-FE55389F0275}"/>
              </a:ext>
            </a:extLst>
          </p:cNvPr>
          <p:cNvSpPr/>
          <p:nvPr/>
        </p:nvSpPr>
        <p:spPr>
          <a:xfrm>
            <a:off x="9978281" y="1363076"/>
            <a:ext cx="1690462" cy="3067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Tree>
    <p:extLst>
      <p:ext uri="{BB962C8B-B14F-4D97-AF65-F5344CB8AC3E}">
        <p14:creationId xmlns:p14="http://schemas.microsoft.com/office/powerpoint/2010/main" val="1757944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8447B9B-3BBB-67A3-14D3-F73A8D80FF9E}"/>
              </a:ext>
            </a:extLst>
          </p:cNvPr>
          <p:cNvSpPr/>
          <p:nvPr/>
        </p:nvSpPr>
        <p:spPr>
          <a:xfrm>
            <a:off x="7664608"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F3583F23-C83F-D9A7-8814-BACC5475E618}"/>
              </a:ext>
            </a:extLst>
          </p:cNvPr>
          <p:cNvSpPr/>
          <p:nvPr/>
        </p:nvSpPr>
        <p:spPr>
          <a:xfrm>
            <a:off x="4912160"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7C62BC25-D0E5-B10D-AE6D-81DB883288C5}"/>
              </a:ext>
            </a:extLst>
          </p:cNvPr>
          <p:cNvSpPr/>
          <p:nvPr/>
        </p:nvSpPr>
        <p:spPr>
          <a:xfrm>
            <a:off x="2163184"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標題 2">
            <a:extLst>
              <a:ext uri="{FF2B5EF4-FFF2-40B4-BE49-F238E27FC236}">
                <a16:creationId xmlns:a16="http://schemas.microsoft.com/office/drawing/2014/main" id="{4E7B5089-392B-5AD4-1434-14FA2DCEC339}"/>
              </a:ext>
            </a:extLst>
          </p:cNvPr>
          <p:cNvSpPr>
            <a:spLocks noGrp="1"/>
          </p:cNvSpPr>
          <p:nvPr>
            <p:ph type="title"/>
          </p:nvPr>
        </p:nvSpPr>
        <p:spPr/>
        <p:txBody>
          <a:bodyPr/>
          <a:lstStyle/>
          <a:p>
            <a:r>
              <a:rPr kumimoji="1" lang="en-US" altLang="zh-TW" dirty="0"/>
              <a:t>KOL_A</a:t>
            </a:r>
            <a:r>
              <a:rPr kumimoji="1" lang="zh-TW" altLang="en-US" dirty="0"/>
              <a:t>名稱</a:t>
            </a:r>
            <a:r>
              <a:rPr kumimoji="1" lang="en-US" altLang="zh-TW" dirty="0"/>
              <a:t>-</a:t>
            </a:r>
            <a:r>
              <a:rPr kumimoji="1" lang="zh-TW" altLang="en-US" dirty="0"/>
              <a:t>貼文</a:t>
            </a:r>
            <a:r>
              <a:rPr lang="zh-TW" altLang="en-US" dirty="0"/>
              <a:t>成效數據截圖</a:t>
            </a:r>
          </a:p>
        </p:txBody>
      </p:sp>
    </p:spTree>
    <p:extLst>
      <p:ext uri="{BB962C8B-B14F-4D97-AF65-F5344CB8AC3E}">
        <p14:creationId xmlns:p14="http://schemas.microsoft.com/office/powerpoint/2010/main" val="2327527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CCEE1-D126-E4F1-4F8F-22B2FB72C16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3BE5AB6F-9BD8-3BA4-92B9-E5A8E9D78431}"/>
              </a:ext>
            </a:extLst>
          </p:cNvPr>
          <p:cNvSpPr/>
          <p:nvPr/>
        </p:nvSpPr>
        <p:spPr>
          <a:xfrm>
            <a:off x="7681071"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AD3B1DD-6C5F-F0CD-999F-C43D6A318357}"/>
              </a:ext>
            </a:extLst>
          </p:cNvPr>
          <p:cNvSpPr/>
          <p:nvPr/>
        </p:nvSpPr>
        <p:spPr>
          <a:xfrm>
            <a:off x="4999208"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8C86151C-B090-8853-CAE1-1E3FE2D0C10C}"/>
              </a:ext>
            </a:extLst>
          </p:cNvPr>
          <p:cNvSpPr/>
          <p:nvPr/>
        </p:nvSpPr>
        <p:spPr>
          <a:xfrm>
            <a:off x="2317343"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標題 2">
            <a:extLst>
              <a:ext uri="{FF2B5EF4-FFF2-40B4-BE49-F238E27FC236}">
                <a16:creationId xmlns:a16="http://schemas.microsoft.com/office/drawing/2014/main" id="{FBD55F53-8E87-F2E5-F7CC-480512F4AA75}"/>
              </a:ext>
            </a:extLst>
          </p:cNvPr>
          <p:cNvSpPr>
            <a:spLocks noGrp="1"/>
          </p:cNvSpPr>
          <p:nvPr>
            <p:ph type="title"/>
          </p:nvPr>
        </p:nvSpPr>
        <p:spPr/>
        <p:txBody>
          <a:bodyPr/>
          <a:lstStyle/>
          <a:p>
            <a:r>
              <a:rPr kumimoji="1" lang="en-US" altLang="zh-TW" dirty="0"/>
              <a:t>KOL_A</a:t>
            </a:r>
            <a:r>
              <a:rPr kumimoji="1" lang="zh-TW" altLang="en-US" dirty="0"/>
              <a:t>名稱</a:t>
            </a:r>
            <a:r>
              <a:rPr kumimoji="1" lang="en-US" altLang="zh-TW" dirty="0"/>
              <a:t>-</a:t>
            </a:r>
            <a:r>
              <a:rPr kumimoji="1" lang="zh-TW" altLang="en-US" dirty="0"/>
              <a:t>限動</a:t>
            </a:r>
            <a:r>
              <a:rPr lang="zh-TW" altLang="en-US" dirty="0"/>
              <a:t>成效數據截圖</a:t>
            </a:r>
          </a:p>
        </p:txBody>
      </p:sp>
    </p:spTree>
    <p:extLst>
      <p:ext uri="{BB962C8B-B14F-4D97-AF65-F5344CB8AC3E}">
        <p14:creationId xmlns:p14="http://schemas.microsoft.com/office/powerpoint/2010/main" val="522630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8104C-2B1D-0384-AC68-C0B86E2B8922}"/>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A02A63A4-2F4A-3AFB-CB0F-000F4B107523}"/>
              </a:ext>
            </a:extLst>
          </p:cNvPr>
          <p:cNvSpPr/>
          <p:nvPr/>
        </p:nvSpPr>
        <p:spPr>
          <a:xfrm>
            <a:off x="9978281" y="1866255"/>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E0E0F2F9-CA33-7CA0-419D-77120907B519}"/>
              </a:ext>
            </a:extLst>
          </p:cNvPr>
          <p:cNvSpPr/>
          <p:nvPr/>
        </p:nvSpPr>
        <p:spPr>
          <a:xfrm>
            <a:off x="7961710" y="1868913"/>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1FF19F2C-AABC-3259-607C-07F6FDCC6FCF}"/>
              </a:ext>
            </a:extLst>
          </p:cNvPr>
          <p:cNvSpPr/>
          <p:nvPr/>
        </p:nvSpPr>
        <p:spPr>
          <a:xfrm>
            <a:off x="5975118" y="1866255"/>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FCB82243-37E6-1944-F78D-4CD390537993}"/>
              </a:ext>
            </a:extLst>
          </p:cNvPr>
          <p:cNvSpPr/>
          <p:nvPr/>
        </p:nvSpPr>
        <p:spPr>
          <a:xfrm>
            <a:off x="523257" y="1863598"/>
            <a:ext cx="5147062"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78067E33-2D31-3B78-736E-00631D38598D}"/>
              </a:ext>
            </a:extLst>
          </p:cNvPr>
          <p:cNvSpPr>
            <a:spLocks noGrp="1"/>
          </p:cNvSpPr>
          <p:nvPr>
            <p:ph type="title"/>
          </p:nvPr>
        </p:nvSpPr>
        <p:spPr>
          <a:xfrm>
            <a:off x="867847" y="367213"/>
            <a:ext cx="10984462" cy="599599"/>
          </a:xfrm>
        </p:spPr>
        <p:txBody>
          <a:bodyPr/>
          <a:lstStyle/>
          <a:p>
            <a:r>
              <a:rPr kumimoji="1" lang="en-US" altLang="zh-TW" dirty="0"/>
              <a:t>KOL_B</a:t>
            </a:r>
            <a:r>
              <a:rPr kumimoji="1" lang="zh-TW" altLang="en-US" dirty="0"/>
              <a:t>名稱</a:t>
            </a:r>
            <a:r>
              <a:rPr kumimoji="1" lang="en-US" altLang="zh-TW" dirty="0"/>
              <a:t>-</a:t>
            </a:r>
            <a:r>
              <a:rPr kumimoji="1" lang="zh-TW" altLang="en-US" dirty="0"/>
              <a:t>上刊截圖</a:t>
            </a:r>
          </a:p>
        </p:txBody>
      </p:sp>
      <p:sp>
        <p:nvSpPr>
          <p:cNvPr id="3" name="矩形 2">
            <a:extLst>
              <a:ext uri="{FF2B5EF4-FFF2-40B4-BE49-F238E27FC236}">
                <a16:creationId xmlns:a16="http://schemas.microsoft.com/office/drawing/2014/main" id="{408889BE-C37C-FCD3-6272-7203C2CF3731}"/>
              </a:ext>
            </a:extLst>
          </p:cNvPr>
          <p:cNvSpPr/>
          <p:nvPr/>
        </p:nvSpPr>
        <p:spPr>
          <a:xfrm>
            <a:off x="523258" y="1284015"/>
            <a:ext cx="2002848" cy="3217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 貼文上刊截圖</a:t>
            </a:r>
          </a:p>
        </p:txBody>
      </p:sp>
      <p:sp>
        <p:nvSpPr>
          <p:cNvPr id="4" name="矩形 3">
            <a:extLst>
              <a:ext uri="{FF2B5EF4-FFF2-40B4-BE49-F238E27FC236}">
                <a16:creationId xmlns:a16="http://schemas.microsoft.com/office/drawing/2014/main" id="{35471035-DFAE-AD4C-8B54-9046F91A13FB}"/>
              </a:ext>
            </a:extLst>
          </p:cNvPr>
          <p:cNvSpPr/>
          <p:nvPr/>
        </p:nvSpPr>
        <p:spPr>
          <a:xfrm>
            <a:off x="7987024" y="1362714"/>
            <a:ext cx="1720440" cy="3070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
        <p:nvSpPr>
          <p:cNvPr id="5" name="文字方塊 4">
            <a:extLst>
              <a:ext uri="{FF2B5EF4-FFF2-40B4-BE49-F238E27FC236}">
                <a16:creationId xmlns:a16="http://schemas.microsoft.com/office/drawing/2014/main" id="{833EFDFF-52C9-410C-3F78-8A8F12D0C777}"/>
              </a:ext>
            </a:extLst>
          </p:cNvPr>
          <p:cNvSpPr txBox="1"/>
          <p:nvPr/>
        </p:nvSpPr>
        <p:spPr>
          <a:xfrm>
            <a:off x="2539170" y="1229927"/>
            <a:ext cx="1071216" cy="375872"/>
          </a:xfrm>
          <a:prstGeom prst="rect">
            <a:avLst/>
          </a:prstGeom>
          <a:noFill/>
        </p:spPr>
        <p:txBody>
          <a:bodyPr wrap="square">
            <a:spAutoFit/>
          </a:bodyPr>
          <a:lstStyle/>
          <a:p>
            <a:pPr>
              <a:lnSpc>
                <a:spcPct val="150000"/>
              </a:lnSpc>
            </a:pPr>
            <a:r>
              <a:rPr kumimoji="1" lang="en-US" altLang="zh-TW" sz="1400" b="1" dirty="0">
                <a:latin typeface="+mj-ea"/>
                <a:ea typeface="+mj-ea"/>
              </a:rPr>
              <a:t>IG</a:t>
            </a:r>
            <a:r>
              <a:rPr kumimoji="1" lang="zh-TW" altLang="en-US" sz="1400" b="1" dirty="0">
                <a:latin typeface="+mj-ea"/>
                <a:ea typeface="+mj-ea"/>
              </a:rPr>
              <a:t> </a:t>
            </a:r>
            <a:r>
              <a:rPr kumimoji="1" lang="en-US" altLang="zh-TW" sz="1400" b="1" dirty="0">
                <a:latin typeface="+mj-ea"/>
                <a:ea typeface="+mj-ea"/>
              </a:rPr>
              <a:t>Reels</a:t>
            </a:r>
            <a:endParaRPr kumimoji="1" lang="en" altLang="zh-TW" sz="1400" b="1" dirty="0">
              <a:latin typeface="+mj-ea"/>
              <a:ea typeface="+mj-ea"/>
            </a:endParaRPr>
          </a:p>
        </p:txBody>
      </p:sp>
      <p:sp>
        <p:nvSpPr>
          <p:cNvPr id="8" name="矩形 7">
            <a:extLst>
              <a:ext uri="{FF2B5EF4-FFF2-40B4-BE49-F238E27FC236}">
                <a16:creationId xmlns:a16="http://schemas.microsoft.com/office/drawing/2014/main" id="{31FA111D-3E24-9DE1-8C73-8647F80183C9}"/>
              </a:ext>
            </a:extLst>
          </p:cNvPr>
          <p:cNvSpPr/>
          <p:nvPr/>
        </p:nvSpPr>
        <p:spPr>
          <a:xfrm>
            <a:off x="5995766" y="1374447"/>
            <a:ext cx="1734053" cy="295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 </a:t>
            </a:r>
          </a:p>
        </p:txBody>
      </p:sp>
      <p:sp>
        <p:nvSpPr>
          <p:cNvPr id="9" name="矩形 8">
            <a:extLst>
              <a:ext uri="{FF2B5EF4-FFF2-40B4-BE49-F238E27FC236}">
                <a16:creationId xmlns:a16="http://schemas.microsoft.com/office/drawing/2014/main" id="{8F292B06-AA38-7DFA-E199-88CC9D0D1857}"/>
              </a:ext>
            </a:extLst>
          </p:cNvPr>
          <p:cNvSpPr/>
          <p:nvPr/>
        </p:nvSpPr>
        <p:spPr>
          <a:xfrm>
            <a:off x="9978281" y="1363076"/>
            <a:ext cx="1690462" cy="3067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Tree>
    <p:extLst>
      <p:ext uri="{BB962C8B-B14F-4D97-AF65-F5344CB8AC3E}">
        <p14:creationId xmlns:p14="http://schemas.microsoft.com/office/powerpoint/2010/main" val="365735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9E9CD-972F-16A4-5FB8-6B5B6A2E106B}"/>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260C611-3314-A5C3-CE7C-BF66645C9F94}"/>
              </a:ext>
            </a:extLst>
          </p:cNvPr>
          <p:cNvSpPr/>
          <p:nvPr/>
        </p:nvSpPr>
        <p:spPr>
          <a:xfrm>
            <a:off x="7664608"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59110879-30E3-E636-520E-D56ACDC7F795}"/>
              </a:ext>
            </a:extLst>
          </p:cNvPr>
          <p:cNvSpPr/>
          <p:nvPr/>
        </p:nvSpPr>
        <p:spPr>
          <a:xfrm>
            <a:off x="4912160"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2D05E59E-6AA8-E1F4-0138-4F6F4CF65740}"/>
              </a:ext>
            </a:extLst>
          </p:cNvPr>
          <p:cNvSpPr/>
          <p:nvPr/>
        </p:nvSpPr>
        <p:spPr>
          <a:xfrm>
            <a:off x="2163184"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標題 2">
            <a:extLst>
              <a:ext uri="{FF2B5EF4-FFF2-40B4-BE49-F238E27FC236}">
                <a16:creationId xmlns:a16="http://schemas.microsoft.com/office/drawing/2014/main" id="{8F364DB1-7028-B7D3-824E-F363A28076CA}"/>
              </a:ext>
            </a:extLst>
          </p:cNvPr>
          <p:cNvSpPr>
            <a:spLocks noGrp="1"/>
          </p:cNvSpPr>
          <p:nvPr>
            <p:ph type="title"/>
          </p:nvPr>
        </p:nvSpPr>
        <p:spPr/>
        <p:txBody>
          <a:bodyPr/>
          <a:lstStyle/>
          <a:p>
            <a:r>
              <a:rPr kumimoji="1" lang="en-US" altLang="zh-TW" dirty="0"/>
              <a:t>KOL_B</a:t>
            </a:r>
            <a:r>
              <a:rPr kumimoji="1" lang="zh-TW" altLang="en-US" dirty="0"/>
              <a:t>名稱</a:t>
            </a:r>
            <a:r>
              <a:rPr kumimoji="1" lang="en-US" altLang="zh-TW" dirty="0"/>
              <a:t>-</a:t>
            </a:r>
            <a:r>
              <a:rPr kumimoji="1" lang="zh-TW" altLang="en-US" dirty="0"/>
              <a:t>貼文</a:t>
            </a:r>
            <a:r>
              <a:rPr lang="zh-TW" altLang="en-US" dirty="0"/>
              <a:t>成效數據截圖</a:t>
            </a:r>
          </a:p>
        </p:txBody>
      </p:sp>
    </p:spTree>
    <p:extLst>
      <p:ext uri="{BB962C8B-B14F-4D97-AF65-F5344CB8AC3E}">
        <p14:creationId xmlns:p14="http://schemas.microsoft.com/office/powerpoint/2010/main" val="2785068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3F191-90AB-FCC1-7333-ADFC3C0111CE}"/>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6B44F8F-FD81-E9AB-CC0B-CBCA111D79FA}"/>
              </a:ext>
            </a:extLst>
          </p:cNvPr>
          <p:cNvSpPr/>
          <p:nvPr/>
        </p:nvSpPr>
        <p:spPr>
          <a:xfrm>
            <a:off x="7681071"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871304A3-9E96-3DC9-A2BA-FF1AD2008A20}"/>
              </a:ext>
            </a:extLst>
          </p:cNvPr>
          <p:cNvSpPr/>
          <p:nvPr/>
        </p:nvSpPr>
        <p:spPr>
          <a:xfrm>
            <a:off x="4999208"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3B7A5260-641A-6411-3A29-C5CBDC0D9560}"/>
              </a:ext>
            </a:extLst>
          </p:cNvPr>
          <p:cNvSpPr/>
          <p:nvPr/>
        </p:nvSpPr>
        <p:spPr>
          <a:xfrm>
            <a:off x="2317343"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標題 2">
            <a:extLst>
              <a:ext uri="{FF2B5EF4-FFF2-40B4-BE49-F238E27FC236}">
                <a16:creationId xmlns:a16="http://schemas.microsoft.com/office/drawing/2014/main" id="{53D92AA9-5EB3-9060-DA08-3B4D5E8C8707}"/>
              </a:ext>
            </a:extLst>
          </p:cNvPr>
          <p:cNvSpPr>
            <a:spLocks noGrp="1"/>
          </p:cNvSpPr>
          <p:nvPr>
            <p:ph type="title"/>
          </p:nvPr>
        </p:nvSpPr>
        <p:spPr/>
        <p:txBody>
          <a:bodyPr/>
          <a:lstStyle/>
          <a:p>
            <a:r>
              <a:rPr kumimoji="1" lang="en-US" altLang="zh-TW" dirty="0"/>
              <a:t>KOL_B</a:t>
            </a:r>
            <a:r>
              <a:rPr kumimoji="1" lang="zh-TW" altLang="en-US" dirty="0"/>
              <a:t>名稱</a:t>
            </a:r>
            <a:r>
              <a:rPr kumimoji="1" lang="en-US" altLang="zh-TW" dirty="0"/>
              <a:t>-</a:t>
            </a:r>
            <a:r>
              <a:rPr kumimoji="1" lang="zh-TW" altLang="en-US" dirty="0"/>
              <a:t>限動</a:t>
            </a:r>
            <a:r>
              <a:rPr lang="zh-TW" altLang="en-US" dirty="0"/>
              <a:t>成效數據截圖</a:t>
            </a:r>
          </a:p>
        </p:txBody>
      </p:sp>
    </p:spTree>
    <p:extLst>
      <p:ext uri="{BB962C8B-B14F-4D97-AF65-F5344CB8AC3E}">
        <p14:creationId xmlns:p14="http://schemas.microsoft.com/office/powerpoint/2010/main" val="3156829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ECC41-5964-9E6B-A468-CC31A97F4F5D}"/>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97890764-3D3D-57AE-2BCA-DA4FE39E3792}"/>
              </a:ext>
            </a:extLst>
          </p:cNvPr>
          <p:cNvSpPr/>
          <p:nvPr/>
        </p:nvSpPr>
        <p:spPr>
          <a:xfrm>
            <a:off x="9083673" y="1699554"/>
            <a:ext cx="1988885" cy="432409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1CA0D386-446A-6215-4194-06CC93F3CA44}"/>
              </a:ext>
            </a:extLst>
          </p:cNvPr>
          <p:cNvSpPr/>
          <p:nvPr/>
        </p:nvSpPr>
        <p:spPr>
          <a:xfrm>
            <a:off x="6836019" y="1699554"/>
            <a:ext cx="1988885" cy="432409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DC46C899-6CD8-5A12-E375-F10D0624B498}"/>
              </a:ext>
            </a:extLst>
          </p:cNvPr>
          <p:cNvSpPr/>
          <p:nvPr/>
        </p:nvSpPr>
        <p:spPr>
          <a:xfrm>
            <a:off x="770121" y="1699554"/>
            <a:ext cx="5807130" cy="432409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54C2B084-37DF-0F40-A070-3CA327BE58F9}"/>
              </a:ext>
            </a:extLst>
          </p:cNvPr>
          <p:cNvSpPr>
            <a:spLocks noGrp="1"/>
          </p:cNvSpPr>
          <p:nvPr>
            <p:ph type="title"/>
          </p:nvPr>
        </p:nvSpPr>
        <p:spPr/>
        <p:txBody>
          <a:bodyPr/>
          <a:lstStyle/>
          <a:p>
            <a:r>
              <a:rPr kumimoji="1" lang="en-US" altLang="zh-TW" dirty="0"/>
              <a:t>KOL_C</a:t>
            </a:r>
            <a:r>
              <a:rPr kumimoji="1" lang="zh-TW" altLang="en-US" dirty="0"/>
              <a:t>名稱</a:t>
            </a:r>
            <a:r>
              <a:rPr kumimoji="1" lang="en-US" altLang="zh-TW" dirty="0"/>
              <a:t>-</a:t>
            </a:r>
            <a:r>
              <a:rPr kumimoji="1" lang="zh-TW" altLang="en-US" dirty="0"/>
              <a:t>上刊截圖</a:t>
            </a:r>
          </a:p>
        </p:txBody>
      </p:sp>
      <p:sp>
        <p:nvSpPr>
          <p:cNvPr id="3" name="矩形 2">
            <a:extLst>
              <a:ext uri="{FF2B5EF4-FFF2-40B4-BE49-F238E27FC236}">
                <a16:creationId xmlns:a16="http://schemas.microsoft.com/office/drawing/2014/main" id="{0F6FE03F-87A4-8478-8202-2C2BB7836C3B}"/>
              </a:ext>
            </a:extLst>
          </p:cNvPr>
          <p:cNvSpPr/>
          <p:nvPr/>
        </p:nvSpPr>
        <p:spPr>
          <a:xfrm>
            <a:off x="770121" y="1216512"/>
            <a:ext cx="2002848" cy="3217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 貼文上刊截圖</a:t>
            </a:r>
          </a:p>
        </p:txBody>
      </p:sp>
      <p:sp>
        <p:nvSpPr>
          <p:cNvPr id="4" name="矩形 3">
            <a:extLst>
              <a:ext uri="{FF2B5EF4-FFF2-40B4-BE49-F238E27FC236}">
                <a16:creationId xmlns:a16="http://schemas.microsoft.com/office/drawing/2014/main" id="{C8DA414E-B69A-0F40-782B-21C03F9A0DE5}"/>
              </a:ext>
            </a:extLst>
          </p:cNvPr>
          <p:cNvSpPr/>
          <p:nvPr/>
        </p:nvSpPr>
        <p:spPr>
          <a:xfrm>
            <a:off x="9083672" y="1216185"/>
            <a:ext cx="1988886" cy="295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
        <p:nvSpPr>
          <p:cNvPr id="5" name="文字方塊 4">
            <a:extLst>
              <a:ext uri="{FF2B5EF4-FFF2-40B4-BE49-F238E27FC236}">
                <a16:creationId xmlns:a16="http://schemas.microsoft.com/office/drawing/2014/main" id="{8FA7649E-6E3C-4ABA-0F84-CB5CB9B79448}"/>
              </a:ext>
            </a:extLst>
          </p:cNvPr>
          <p:cNvSpPr txBox="1">
            <a:spLocks/>
          </p:cNvSpPr>
          <p:nvPr/>
        </p:nvSpPr>
        <p:spPr>
          <a:xfrm>
            <a:off x="2786033" y="1162424"/>
            <a:ext cx="1071216" cy="375872"/>
          </a:xfrm>
          <a:prstGeom prst="rect">
            <a:avLst/>
          </a:prstGeom>
          <a:noFill/>
        </p:spPr>
        <p:txBody>
          <a:bodyPr wrap="square">
            <a:spAutoFit/>
          </a:bodyPr>
          <a:lstStyle/>
          <a:p>
            <a:pPr>
              <a:lnSpc>
                <a:spcPct val="150000"/>
              </a:lnSpc>
            </a:pPr>
            <a:r>
              <a:rPr kumimoji="1" lang="en-US" altLang="zh-TW" sz="1400" b="1" dirty="0">
                <a:latin typeface="+mj-ea"/>
                <a:ea typeface="+mj-ea"/>
              </a:rPr>
              <a:t>IG</a:t>
            </a:r>
            <a:r>
              <a:rPr kumimoji="1" lang="zh-TW" altLang="en-US" sz="1400" b="1" dirty="0">
                <a:latin typeface="+mj-ea"/>
                <a:ea typeface="+mj-ea"/>
              </a:rPr>
              <a:t> </a:t>
            </a:r>
            <a:r>
              <a:rPr kumimoji="1" lang="en-US" altLang="zh-TW" sz="1400" b="1" dirty="0">
                <a:latin typeface="+mj-ea"/>
                <a:ea typeface="+mj-ea"/>
              </a:rPr>
              <a:t>Reels</a:t>
            </a:r>
            <a:endParaRPr kumimoji="1" lang="en" altLang="zh-TW" sz="1400" b="1" dirty="0">
              <a:latin typeface="+mj-ea"/>
              <a:ea typeface="+mj-ea"/>
            </a:endParaRPr>
          </a:p>
        </p:txBody>
      </p:sp>
      <p:sp>
        <p:nvSpPr>
          <p:cNvPr id="8" name="矩形 7">
            <a:extLst>
              <a:ext uri="{FF2B5EF4-FFF2-40B4-BE49-F238E27FC236}">
                <a16:creationId xmlns:a16="http://schemas.microsoft.com/office/drawing/2014/main" id="{EBEE479F-01BD-7F94-4863-728A61E77FE1}"/>
              </a:ext>
            </a:extLst>
          </p:cNvPr>
          <p:cNvSpPr/>
          <p:nvPr/>
        </p:nvSpPr>
        <p:spPr>
          <a:xfrm>
            <a:off x="6939083" y="1193490"/>
            <a:ext cx="1734053" cy="295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 </a:t>
            </a:r>
          </a:p>
        </p:txBody>
      </p:sp>
    </p:spTree>
    <p:extLst>
      <p:ext uri="{BB962C8B-B14F-4D97-AF65-F5344CB8AC3E}">
        <p14:creationId xmlns:p14="http://schemas.microsoft.com/office/powerpoint/2010/main" val="123514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BB382-3396-7163-51F9-410F6F9DAE48}"/>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E32A4D5B-01E5-7952-03E6-B462382FD500}"/>
              </a:ext>
            </a:extLst>
          </p:cNvPr>
          <p:cNvSpPr/>
          <p:nvPr/>
        </p:nvSpPr>
        <p:spPr>
          <a:xfrm>
            <a:off x="9978281" y="1866255"/>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8EAE822B-E54D-4E83-C1A4-55F6FDDAB9EF}"/>
              </a:ext>
            </a:extLst>
          </p:cNvPr>
          <p:cNvSpPr/>
          <p:nvPr/>
        </p:nvSpPr>
        <p:spPr>
          <a:xfrm>
            <a:off x="7961710" y="1868913"/>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4D797044-D103-7D35-B222-D452ABB14D77}"/>
              </a:ext>
            </a:extLst>
          </p:cNvPr>
          <p:cNvSpPr/>
          <p:nvPr/>
        </p:nvSpPr>
        <p:spPr>
          <a:xfrm>
            <a:off x="5975118" y="1866255"/>
            <a:ext cx="1771066"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4C948A44-267C-81A4-784E-DE11091E97F5}"/>
              </a:ext>
            </a:extLst>
          </p:cNvPr>
          <p:cNvSpPr/>
          <p:nvPr/>
        </p:nvSpPr>
        <p:spPr>
          <a:xfrm>
            <a:off x="523257" y="1863598"/>
            <a:ext cx="5147062" cy="3836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9B0176D1-13F6-EA33-89D6-12D6B9BA54E2}"/>
              </a:ext>
            </a:extLst>
          </p:cNvPr>
          <p:cNvSpPr>
            <a:spLocks noGrp="1"/>
          </p:cNvSpPr>
          <p:nvPr>
            <p:ph type="title"/>
          </p:nvPr>
        </p:nvSpPr>
        <p:spPr>
          <a:xfrm>
            <a:off x="867847" y="367213"/>
            <a:ext cx="10984462" cy="599599"/>
          </a:xfrm>
        </p:spPr>
        <p:txBody>
          <a:bodyPr/>
          <a:lstStyle/>
          <a:p>
            <a:r>
              <a:rPr kumimoji="1" lang="en-US" altLang="zh-TW" dirty="0"/>
              <a:t>KOL_C</a:t>
            </a:r>
            <a:r>
              <a:rPr kumimoji="1" lang="zh-TW" altLang="en-US" dirty="0"/>
              <a:t>名稱</a:t>
            </a:r>
            <a:r>
              <a:rPr kumimoji="1" lang="en-US" altLang="zh-TW" dirty="0"/>
              <a:t>-</a:t>
            </a:r>
            <a:r>
              <a:rPr kumimoji="1" lang="zh-TW" altLang="en-US" dirty="0"/>
              <a:t>上刊截圖</a:t>
            </a:r>
          </a:p>
        </p:txBody>
      </p:sp>
      <p:sp>
        <p:nvSpPr>
          <p:cNvPr id="3" name="矩形 2">
            <a:extLst>
              <a:ext uri="{FF2B5EF4-FFF2-40B4-BE49-F238E27FC236}">
                <a16:creationId xmlns:a16="http://schemas.microsoft.com/office/drawing/2014/main" id="{2800C321-AC67-D6C0-2FD7-5943B63F0E7B}"/>
              </a:ext>
            </a:extLst>
          </p:cNvPr>
          <p:cNvSpPr/>
          <p:nvPr/>
        </p:nvSpPr>
        <p:spPr>
          <a:xfrm>
            <a:off x="523258" y="1284015"/>
            <a:ext cx="2002848" cy="3217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 貼文上刊截圖</a:t>
            </a:r>
          </a:p>
        </p:txBody>
      </p:sp>
      <p:sp>
        <p:nvSpPr>
          <p:cNvPr id="4" name="矩形 3">
            <a:extLst>
              <a:ext uri="{FF2B5EF4-FFF2-40B4-BE49-F238E27FC236}">
                <a16:creationId xmlns:a16="http://schemas.microsoft.com/office/drawing/2014/main" id="{36D5FA42-A1FB-1D0F-2063-482B072F8B48}"/>
              </a:ext>
            </a:extLst>
          </p:cNvPr>
          <p:cNvSpPr/>
          <p:nvPr/>
        </p:nvSpPr>
        <p:spPr>
          <a:xfrm>
            <a:off x="7987024" y="1362714"/>
            <a:ext cx="1720440" cy="30708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
        <p:nvSpPr>
          <p:cNvPr id="5" name="文字方塊 4">
            <a:extLst>
              <a:ext uri="{FF2B5EF4-FFF2-40B4-BE49-F238E27FC236}">
                <a16:creationId xmlns:a16="http://schemas.microsoft.com/office/drawing/2014/main" id="{EFEFE9ED-EF12-EB19-6716-68A62BFA2786}"/>
              </a:ext>
            </a:extLst>
          </p:cNvPr>
          <p:cNvSpPr txBox="1"/>
          <p:nvPr/>
        </p:nvSpPr>
        <p:spPr>
          <a:xfrm>
            <a:off x="2539170" y="1229927"/>
            <a:ext cx="1071216" cy="375872"/>
          </a:xfrm>
          <a:prstGeom prst="rect">
            <a:avLst/>
          </a:prstGeom>
          <a:noFill/>
        </p:spPr>
        <p:txBody>
          <a:bodyPr wrap="square">
            <a:spAutoFit/>
          </a:bodyPr>
          <a:lstStyle/>
          <a:p>
            <a:pPr>
              <a:lnSpc>
                <a:spcPct val="150000"/>
              </a:lnSpc>
            </a:pPr>
            <a:r>
              <a:rPr kumimoji="1" lang="en-US" altLang="zh-TW" sz="1400" b="1" dirty="0">
                <a:latin typeface="+mj-ea"/>
                <a:ea typeface="+mj-ea"/>
              </a:rPr>
              <a:t>IG</a:t>
            </a:r>
            <a:r>
              <a:rPr kumimoji="1" lang="zh-TW" altLang="en-US" sz="1400" b="1" dirty="0">
                <a:latin typeface="+mj-ea"/>
                <a:ea typeface="+mj-ea"/>
              </a:rPr>
              <a:t> </a:t>
            </a:r>
            <a:r>
              <a:rPr kumimoji="1" lang="en-US" altLang="zh-TW" sz="1400" b="1" dirty="0">
                <a:latin typeface="+mj-ea"/>
                <a:ea typeface="+mj-ea"/>
              </a:rPr>
              <a:t>Reels</a:t>
            </a:r>
            <a:endParaRPr kumimoji="1" lang="en" altLang="zh-TW" sz="1400" b="1" dirty="0">
              <a:latin typeface="+mj-ea"/>
              <a:ea typeface="+mj-ea"/>
            </a:endParaRPr>
          </a:p>
        </p:txBody>
      </p:sp>
      <p:sp>
        <p:nvSpPr>
          <p:cNvPr id="8" name="矩形 7">
            <a:extLst>
              <a:ext uri="{FF2B5EF4-FFF2-40B4-BE49-F238E27FC236}">
                <a16:creationId xmlns:a16="http://schemas.microsoft.com/office/drawing/2014/main" id="{386D42DC-8564-E4D3-29EC-EE5FE29798B8}"/>
              </a:ext>
            </a:extLst>
          </p:cNvPr>
          <p:cNvSpPr/>
          <p:nvPr/>
        </p:nvSpPr>
        <p:spPr>
          <a:xfrm>
            <a:off x="5995766" y="1374447"/>
            <a:ext cx="1734053" cy="295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 </a:t>
            </a:r>
          </a:p>
        </p:txBody>
      </p:sp>
      <p:sp>
        <p:nvSpPr>
          <p:cNvPr id="9" name="矩形 8">
            <a:extLst>
              <a:ext uri="{FF2B5EF4-FFF2-40B4-BE49-F238E27FC236}">
                <a16:creationId xmlns:a16="http://schemas.microsoft.com/office/drawing/2014/main" id="{37B039E7-2C0D-3325-62FA-E625AA15D18A}"/>
              </a:ext>
            </a:extLst>
          </p:cNvPr>
          <p:cNvSpPr/>
          <p:nvPr/>
        </p:nvSpPr>
        <p:spPr>
          <a:xfrm>
            <a:off x="9978281" y="1363076"/>
            <a:ext cx="1690462" cy="3067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400" b="1" dirty="0">
                <a:latin typeface="+mj-ea"/>
                <a:ea typeface="+mj-ea"/>
              </a:rPr>
              <a:t>IG</a:t>
            </a:r>
            <a:r>
              <a:rPr lang="zh-TW" altLang="en-US" sz="1400" b="1" dirty="0">
                <a:latin typeface="+mj-ea"/>
                <a:ea typeface="+mj-ea"/>
              </a:rPr>
              <a:t>限動截圖</a:t>
            </a:r>
            <a:r>
              <a:rPr lang="en-US" altLang="zh-TW" sz="1400" b="1" dirty="0">
                <a:latin typeface="+mj-ea"/>
                <a:ea typeface="+mj-ea"/>
              </a:rPr>
              <a:t>(PR)</a:t>
            </a:r>
            <a:r>
              <a:rPr lang="zh-TW" altLang="en-US" sz="1400" b="1" dirty="0">
                <a:latin typeface="+mj-ea"/>
                <a:ea typeface="+mj-ea"/>
              </a:rPr>
              <a:t> </a:t>
            </a:r>
          </a:p>
        </p:txBody>
      </p:sp>
    </p:spTree>
    <p:extLst>
      <p:ext uri="{BB962C8B-B14F-4D97-AF65-F5344CB8AC3E}">
        <p14:creationId xmlns:p14="http://schemas.microsoft.com/office/powerpoint/2010/main" val="194409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CCBB4-EA64-FFF4-324A-5119446E21C0}"/>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E266B34-F8A7-62F9-5EEB-E45E1E29E17E}"/>
              </a:ext>
            </a:extLst>
          </p:cNvPr>
          <p:cNvSpPr/>
          <p:nvPr/>
        </p:nvSpPr>
        <p:spPr>
          <a:xfrm>
            <a:off x="7664608"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1A942C3D-30E0-1AF2-8AAE-6C67C9EC992B}"/>
              </a:ext>
            </a:extLst>
          </p:cNvPr>
          <p:cNvSpPr/>
          <p:nvPr/>
        </p:nvSpPr>
        <p:spPr>
          <a:xfrm>
            <a:off x="4912160"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FE47518D-A453-E755-C71C-E083AE767DAA}"/>
              </a:ext>
            </a:extLst>
          </p:cNvPr>
          <p:cNvSpPr/>
          <p:nvPr/>
        </p:nvSpPr>
        <p:spPr>
          <a:xfrm>
            <a:off x="2163184" y="1118124"/>
            <a:ext cx="2361783" cy="51167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標題 2">
            <a:extLst>
              <a:ext uri="{FF2B5EF4-FFF2-40B4-BE49-F238E27FC236}">
                <a16:creationId xmlns:a16="http://schemas.microsoft.com/office/drawing/2014/main" id="{E78D6EEC-BDBF-886B-8AD8-CA6070360065}"/>
              </a:ext>
            </a:extLst>
          </p:cNvPr>
          <p:cNvSpPr>
            <a:spLocks noGrp="1"/>
          </p:cNvSpPr>
          <p:nvPr>
            <p:ph type="title"/>
          </p:nvPr>
        </p:nvSpPr>
        <p:spPr/>
        <p:txBody>
          <a:bodyPr/>
          <a:lstStyle/>
          <a:p>
            <a:r>
              <a:rPr kumimoji="1" lang="en-US" altLang="zh-TW" dirty="0"/>
              <a:t>KOL_C</a:t>
            </a:r>
            <a:r>
              <a:rPr kumimoji="1" lang="zh-TW" altLang="en-US" dirty="0"/>
              <a:t>名稱</a:t>
            </a:r>
            <a:r>
              <a:rPr kumimoji="1" lang="en-US" altLang="zh-TW" dirty="0"/>
              <a:t>-</a:t>
            </a:r>
            <a:r>
              <a:rPr kumimoji="1" lang="zh-TW" altLang="en-US" dirty="0"/>
              <a:t>貼文</a:t>
            </a:r>
            <a:r>
              <a:rPr lang="zh-TW" altLang="en-US" dirty="0"/>
              <a:t>成效數據截圖</a:t>
            </a:r>
          </a:p>
        </p:txBody>
      </p:sp>
    </p:spTree>
    <p:extLst>
      <p:ext uri="{BB962C8B-B14F-4D97-AF65-F5344CB8AC3E}">
        <p14:creationId xmlns:p14="http://schemas.microsoft.com/office/powerpoint/2010/main" val="1239384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E90C6-36D9-AAF6-5FF2-9F7AE2A15758}"/>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129B02B-1FBB-8F48-398E-BD91814D6C71}"/>
              </a:ext>
            </a:extLst>
          </p:cNvPr>
          <p:cNvSpPr/>
          <p:nvPr/>
        </p:nvSpPr>
        <p:spPr>
          <a:xfrm>
            <a:off x="7681071"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9E6E4FE0-4909-38AC-F003-CC97FEF366D8}"/>
              </a:ext>
            </a:extLst>
          </p:cNvPr>
          <p:cNvSpPr/>
          <p:nvPr/>
        </p:nvSpPr>
        <p:spPr>
          <a:xfrm>
            <a:off x="4999208"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FAF24C2B-0184-001B-C852-E64FEA7B80E2}"/>
              </a:ext>
            </a:extLst>
          </p:cNvPr>
          <p:cNvSpPr/>
          <p:nvPr/>
        </p:nvSpPr>
        <p:spPr>
          <a:xfrm>
            <a:off x="2317343" y="1001166"/>
            <a:ext cx="2449351" cy="53252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標題 2">
            <a:extLst>
              <a:ext uri="{FF2B5EF4-FFF2-40B4-BE49-F238E27FC236}">
                <a16:creationId xmlns:a16="http://schemas.microsoft.com/office/drawing/2014/main" id="{2249AA6C-7D3C-AD0B-DCF0-FEF65DF43832}"/>
              </a:ext>
            </a:extLst>
          </p:cNvPr>
          <p:cNvSpPr>
            <a:spLocks noGrp="1"/>
          </p:cNvSpPr>
          <p:nvPr>
            <p:ph type="title"/>
          </p:nvPr>
        </p:nvSpPr>
        <p:spPr/>
        <p:txBody>
          <a:bodyPr/>
          <a:lstStyle/>
          <a:p>
            <a:r>
              <a:rPr kumimoji="1" lang="en-US" altLang="zh-TW" dirty="0"/>
              <a:t>KOL_C</a:t>
            </a:r>
            <a:r>
              <a:rPr kumimoji="1" lang="zh-TW" altLang="en-US" dirty="0"/>
              <a:t>名稱</a:t>
            </a:r>
            <a:r>
              <a:rPr kumimoji="1" lang="en-US" altLang="zh-TW" dirty="0"/>
              <a:t>-</a:t>
            </a:r>
            <a:r>
              <a:rPr kumimoji="1" lang="zh-TW" altLang="en-US" dirty="0"/>
              <a:t>限動</a:t>
            </a:r>
            <a:r>
              <a:rPr lang="zh-TW" altLang="en-US" dirty="0"/>
              <a:t>成效數據截圖</a:t>
            </a:r>
          </a:p>
        </p:txBody>
      </p:sp>
    </p:spTree>
    <p:extLst>
      <p:ext uri="{BB962C8B-B14F-4D97-AF65-F5344CB8AC3E}">
        <p14:creationId xmlns:p14="http://schemas.microsoft.com/office/powerpoint/2010/main" val="1838252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ADE0C-527D-8BB4-B009-FB0B17D75A31}"/>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9E7CAAD4-CD0D-27E2-3768-A6401B423A20}"/>
              </a:ext>
            </a:extLst>
          </p:cNvPr>
          <p:cNvSpPr>
            <a:spLocks noGrp="1"/>
          </p:cNvSpPr>
          <p:nvPr>
            <p:ph type="title"/>
          </p:nvPr>
        </p:nvSpPr>
        <p:spPr/>
        <p:txBody>
          <a:bodyPr/>
          <a:lstStyle/>
          <a:p>
            <a:r>
              <a:rPr lang="zh-TW" altLang="en-US" dirty="0"/>
              <a:t>成效總覽</a:t>
            </a:r>
            <a:r>
              <a:rPr lang="en-US" altLang="zh-TW" dirty="0"/>
              <a:t>-</a:t>
            </a:r>
            <a:r>
              <a:rPr lang="zh-TW" altLang="en-US" dirty="0"/>
              <a:t>貼文</a:t>
            </a:r>
          </a:p>
        </p:txBody>
      </p:sp>
      <p:graphicFrame>
        <p:nvGraphicFramePr>
          <p:cNvPr id="2" name="表格 1">
            <a:extLst>
              <a:ext uri="{FF2B5EF4-FFF2-40B4-BE49-F238E27FC236}">
                <a16:creationId xmlns:a16="http://schemas.microsoft.com/office/drawing/2014/main" id="{3E9F4E56-8BFE-8789-208A-4BCD0351C429}"/>
              </a:ext>
            </a:extLst>
          </p:cNvPr>
          <p:cNvGraphicFramePr>
            <a:graphicFrameLocks noGrp="1"/>
          </p:cNvGraphicFramePr>
          <p:nvPr>
            <p:extLst>
              <p:ext uri="{D42A27DB-BD31-4B8C-83A1-F6EECF244321}">
                <p14:modId xmlns:p14="http://schemas.microsoft.com/office/powerpoint/2010/main" val="1990929598"/>
              </p:ext>
            </p:extLst>
          </p:nvPr>
        </p:nvGraphicFramePr>
        <p:xfrm>
          <a:off x="1005840" y="1687583"/>
          <a:ext cx="10505439" cy="2685170"/>
        </p:xfrm>
        <a:graphic>
          <a:graphicData uri="http://schemas.openxmlformats.org/drawingml/2006/table">
            <a:tbl>
              <a:tblPr>
                <a:tableStyleId>{616DA210-FB5B-4158-B5E0-FEB733F419BA}</a:tableStyleId>
              </a:tblPr>
              <a:tblGrid>
                <a:gridCol w="1375853">
                  <a:extLst>
                    <a:ext uri="{9D8B030D-6E8A-4147-A177-3AD203B41FA5}">
                      <a16:colId xmlns:a16="http://schemas.microsoft.com/office/drawing/2014/main" val="2936426004"/>
                    </a:ext>
                  </a:extLst>
                </a:gridCol>
                <a:gridCol w="1007640">
                  <a:extLst>
                    <a:ext uri="{9D8B030D-6E8A-4147-A177-3AD203B41FA5}">
                      <a16:colId xmlns:a16="http://schemas.microsoft.com/office/drawing/2014/main" val="953600421"/>
                    </a:ext>
                  </a:extLst>
                </a:gridCol>
                <a:gridCol w="736100">
                  <a:extLst>
                    <a:ext uri="{9D8B030D-6E8A-4147-A177-3AD203B41FA5}">
                      <a16:colId xmlns:a16="http://schemas.microsoft.com/office/drawing/2014/main" val="4216072725"/>
                    </a:ext>
                  </a:extLst>
                </a:gridCol>
                <a:gridCol w="893134">
                  <a:extLst>
                    <a:ext uri="{9D8B030D-6E8A-4147-A177-3AD203B41FA5}">
                      <a16:colId xmlns:a16="http://schemas.microsoft.com/office/drawing/2014/main" val="2711311535"/>
                    </a:ext>
                  </a:extLst>
                </a:gridCol>
                <a:gridCol w="1005362">
                  <a:extLst>
                    <a:ext uri="{9D8B030D-6E8A-4147-A177-3AD203B41FA5}">
                      <a16:colId xmlns:a16="http://schemas.microsoft.com/office/drawing/2014/main" val="2285866955"/>
                    </a:ext>
                  </a:extLst>
                </a:gridCol>
                <a:gridCol w="705368">
                  <a:extLst>
                    <a:ext uri="{9D8B030D-6E8A-4147-A177-3AD203B41FA5}">
                      <a16:colId xmlns:a16="http://schemas.microsoft.com/office/drawing/2014/main" val="2041104189"/>
                    </a:ext>
                  </a:extLst>
                </a:gridCol>
                <a:gridCol w="736466">
                  <a:extLst>
                    <a:ext uri="{9D8B030D-6E8A-4147-A177-3AD203B41FA5}">
                      <a16:colId xmlns:a16="http://schemas.microsoft.com/office/drawing/2014/main" val="381622608"/>
                    </a:ext>
                  </a:extLst>
                </a:gridCol>
                <a:gridCol w="706200">
                  <a:extLst>
                    <a:ext uri="{9D8B030D-6E8A-4147-A177-3AD203B41FA5}">
                      <a16:colId xmlns:a16="http://schemas.microsoft.com/office/drawing/2014/main" val="560737996"/>
                    </a:ext>
                  </a:extLst>
                </a:gridCol>
                <a:gridCol w="706200">
                  <a:extLst>
                    <a:ext uri="{9D8B030D-6E8A-4147-A177-3AD203B41FA5}">
                      <a16:colId xmlns:a16="http://schemas.microsoft.com/office/drawing/2014/main" val="3745779687"/>
                    </a:ext>
                  </a:extLst>
                </a:gridCol>
                <a:gridCol w="926237">
                  <a:extLst>
                    <a:ext uri="{9D8B030D-6E8A-4147-A177-3AD203B41FA5}">
                      <a16:colId xmlns:a16="http://schemas.microsoft.com/office/drawing/2014/main" val="220231888"/>
                    </a:ext>
                  </a:extLst>
                </a:gridCol>
                <a:gridCol w="809171">
                  <a:extLst>
                    <a:ext uri="{9D8B030D-6E8A-4147-A177-3AD203B41FA5}">
                      <a16:colId xmlns:a16="http://schemas.microsoft.com/office/drawing/2014/main" val="731627989"/>
                    </a:ext>
                  </a:extLst>
                </a:gridCol>
                <a:gridCol w="897708">
                  <a:extLst>
                    <a:ext uri="{9D8B030D-6E8A-4147-A177-3AD203B41FA5}">
                      <a16:colId xmlns:a16="http://schemas.microsoft.com/office/drawing/2014/main" val="490404457"/>
                    </a:ext>
                  </a:extLst>
                </a:gridCol>
              </a:tblGrid>
              <a:tr h="490610">
                <a:tc>
                  <a:txBody>
                    <a:bodyPr/>
                    <a:lstStyle/>
                    <a:p>
                      <a:pPr algn="ctr" rtl="0" fontAlgn="ctr"/>
                      <a:r>
                        <a:rPr lang="en-US" altLang="zh-TW" sz="1200" b="1" kern="1200" dirty="0">
                          <a:solidFill>
                            <a:schemeClr val="tx1"/>
                          </a:solidFill>
                          <a:latin typeface="+mj-ea"/>
                          <a:ea typeface="+mj-ea"/>
                          <a:cs typeface="+mn-cs"/>
                        </a:rPr>
                        <a:t>KOL</a:t>
                      </a:r>
                      <a:endParaRPr lang="en-US" altLang="en-US" sz="1200" b="1" kern="1200" dirty="0">
                        <a:solidFill>
                          <a:schemeClr val="tx1"/>
                        </a:solidFill>
                        <a:latin typeface="+mj-ea"/>
                        <a:ea typeface="+mj-ea"/>
                        <a:cs typeface="+mn-cs"/>
                      </a:endParaRP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上線日期</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平台</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連結</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粉絲數</a:t>
                      </a:r>
                      <a:endParaRPr lang="en-US" altLang="zh-TW" sz="1200" b="1" dirty="0">
                        <a:solidFill>
                          <a:schemeClr val="tx1"/>
                        </a:solidFill>
                        <a:latin typeface="+mj-ea"/>
                        <a:ea typeface="+mj-ea"/>
                      </a:endParaRP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按讚數</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留言數</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分享數</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收藏數</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觀看次數</a:t>
                      </a:r>
                    </a:p>
                  </a:txBody>
                  <a:tcPr marL="6714" marR="6714" marT="4476" marB="4476" anchor="ctr">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200" b="1" kern="1200" dirty="0">
                          <a:solidFill>
                            <a:schemeClr val="tx1"/>
                          </a:solidFill>
                          <a:latin typeface="+mj-ea"/>
                          <a:ea typeface="+mn-ea"/>
                          <a:cs typeface="+mn-cs"/>
                        </a:rPr>
                        <a:t>互動率</a:t>
                      </a:r>
                    </a:p>
                  </a:txBody>
                  <a:tcPr marL="6714" marR="6714" marT="4476" marB="4476" anchor="ctr">
                    <a:solidFill>
                      <a:schemeClr val="accent5">
                        <a:lumMod val="20000"/>
                        <a:lumOff val="80000"/>
                      </a:schemeClr>
                    </a:solidFill>
                  </a:tcPr>
                </a:tc>
                <a:tc>
                  <a:txBody>
                    <a:bodyPr/>
                    <a:lstStyle/>
                    <a:p>
                      <a:pPr algn="ctr" rtl="0" fontAlgn="ctr"/>
                      <a:r>
                        <a:rPr lang="zh-TW" altLang="en-US" sz="1200" b="1" dirty="0">
                          <a:solidFill>
                            <a:schemeClr val="tx1"/>
                          </a:solidFill>
                          <a:latin typeface="+mj-ea"/>
                          <a:ea typeface="+mj-ea"/>
                        </a:rPr>
                        <a:t>觸及人數 </a:t>
                      </a:r>
                    </a:p>
                  </a:txBody>
                  <a:tcPr marL="6714" marR="6714" marT="4476" marB="4476" anchor="ctr">
                    <a:solidFill>
                      <a:schemeClr val="accent5">
                        <a:lumMod val="20000"/>
                        <a:lumOff val="80000"/>
                      </a:schemeClr>
                    </a:solidFill>
                  </a:tcPr>
                </a:tc>
                <a:extLst>
                  <a:ext uri="{0D108BD9-81ED-4DB2-BD59-A6C34878D82A}">
                    <a16:rowId xmlns:a16="http://schemas.microsoft.com/office/drawing/2014/main" val="312856141"/>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KOL_A</a:t>
                      </a:r>
                      <a:endParaRPr kumimoji="0" lang="zh-TW" altLang="en-US"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19050" marR="1905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11/05</a:t>
                      </a:r>
                    </a:p>
                  </a:txBody>
                  <a:tcPr marL="19050" marR="1905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IG</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LINK</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123,000</a:t>
                      </a:r>
                    </a:p>
                  </a:txBody>
                  <a:tcPr marL="19050" marR="19050" marT="12700" marB="12700" anchor="ctr"/>
                </a:tc>
                <a:tc>
                  <a:txBody>
                    <a:bodyPr/>
                    <a:lstStyle/>
                    <a:p>
                      <a:pPr algn="ctr" rtl="0" fontAlgn="ctr"/>
                      <a:r>
                        <a:rPr lang="en-US" altLang="zh-TW" sz="1200" dirty="0">
                          <a:solidFill>
                            <a:schemeClr val="tx1">
                              <a:lumMod val="65000"/>
                              <a:lumOff val="35000"/>
                            </a:schemeClr>
                          </a:solidFill>
                          <a:latin typeface="+mn-ea"/>
                          <a:ea typeface="+mn-ea"/>
                        </a:rPr>
                        <a:t>2,967</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45</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236</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54</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75,453</a:t>
                      </a:r>
                    </a:p>
                  </a:txBody>
                  <a:tcPr marL="6714" marR="6714" marT="4476" marB="4476" anchor="ctr"/>
                </a:tc>
                <a:tc>
                  <a:txBody>
                    <a:bodyPr/>
                    <a:lstStyle/>
                    <a:p>
                      <a:pPr algn="ctr" rtl="0" fontAlgn="b"/>
                      <a:r>
                        <a:rPr lang="en-US" altLang="zh-TW" sz="1200" kern="1200" dirty="0">
                          <a:solidFill>
                            <a:schemeClr val="tx1">
                              <a:lumMod val="65000"/>
                              <a:lumOff val="35000"/>
                            </a:schemeClr>
                          </a:solidFill>
                          <a:latin typeface="+mn-ea"/>
                          <a:ea typeface="+mn-ea"/>
                          <a:cs typeface="+mn-cs"/>
                        </a:rPr>
                        <a:t>2.68%</a:t>
                      </a:r>
                    </a:p>
                  </a:txBody>
                  <a:tcPr marL="19050" marR="19050" marT="12700" marB="12700" anchor="ctr"/>
                </a:tc>
                <a:tc>
                  <a:txBody>
                    <a:bodyPr/>
                    <a:lstStyle/>
                    <a:p>
                      <a:pPr algn="ctr" rtl="0" fontAlgn="ctr"/>
                      <a:r>
                        <a:rPr lang="en-US" altLang="zh-TW" sz="1200" dirty="0">
                          <a:solidFill>
                            <a:schemeClr val="tx1">
                              <a:lumMod val="65000"/>
                              <a:lumOff val="35000"/>
                            </a:schemeClr>
                          </a:solidFill>
                          <a:latin typeface="+mn-ea"/>
                          <a:ea typeface="+mn-ea"/>
                        </a:rPr>
                        <a:t>33,764</a:t>
                      </a:r>
                    </a:p>
                  </a:txBody>
                  <a:tcPr marL="6714" marR="6714" marT="4476" marB="4476" anchor="ctr"/>
                </a:tc>
                <a:extLst>
                  <a:ext uri="{0D108BD9-81ED-4DB2-BD59-A6C34878D82A}">
                    <a16:rowId xmlns:a16="http://schemas.microsoft.com/office/drawing/2014/main" val="3949978432"/>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KOL_B</a:t>
                      </a:r>
                      <a:endParaRPr kumimoji="0" lang="zh-TW" altLang="en-US"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endParaRPr>
                    </a:p>
                  </a:txBody>
                  <a:tcPr marL="19050" marR="1905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11/07</a:t>
                      </a:r>
                    </a:p>
                  </a:txBody>
                  <a:tcPr marL="19050" marR="1905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rPr>
                        <a:t>IG</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endParaRPr>
                    </a:p>
                  </a:txBody>
                  <a:tcPr marL="6714" marR="6714" marT="4476" marB="447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LINK</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295,000</a:t>
                      </a:r>
                    </a:p>
                  </a:txBody>
                  <a:tcPr marL="19050" marR="19050" marT="12700" marB="12700" anchor="ctr"/>
                </a:tc>
                <a:tc>
                  <a:txBody>
                    <a:bodyPr/>
                    <a:lstStyle/>
                    <a:p>
                      <a:pPr algn="ctr" rtl="0" fontAlgn="ctr"/>
                      <a:r>
                        <a:rPr lang="en-US" altLang="zh-TW" sz="1200" dirty="0">
                          <a:solidFill>
                            <a:schemeClr val="tx1">
                              <a:lumMod val="65000"/>
                              <a:lumOff val="35000"/>
                            </a:schemeClr>
                          </a:solidFill>
                          <a:latin typeface="+mn-ea"/>
                          <a:ea typeface="+mn-ea"/>
                        </a:rPr>
                        <a:t>1,674</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35</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105</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46</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77,198</a:t>
                      </a:r>
                    </a:p>
                  </a:txBody>
                  <a:tcPr marL="6714" marR="6714" marT="4476" marB="4476" anchor="ctr"/>
                </a:tc>
                <a:tc>
                  <a:txBody>
                    <a:bodyPr/>
                    <a:lstStyle/>
                    <a:p>
                      <a:pPr algn="ctr" rtl="0" fontAlgn="b"/>
                      <a:r>
                        <a:rPr lang="en-US" altLang="zh-TW" sz="1200" kern="1200" dirty="0">
                          <a:solidFill>
                            <a:schemeClr val="tx1">
                              <a:lumMod val="65000"/>
                              <a:lumOff val="35000"/>
                            </a:schemeClr>
                          </a:solidFill>
                          <a:latin typeface="+mn-ea"/>
                          <a:ea typeface="+mn-ea"/>
                          <a:cs typeface="+mn-cs"/>
                        </a:rPr>
                        <a:t>0.63%</a:t>
                      </a:r>
                    </a:p>
                  </a:txBody>
                  <a:tcPr marL="19050" marR="19050" marT="12700" marB="12700" anchor="ctr"/>
                </a:tc>
                <a:tc>
                  <a:txBody>
                    <a:bodyPr/>
                    <a:lstStyle/>
                    <a:p>
                      <a:pPr algn="ctr" rtl="0" fontAlgn="ctr"/>
                      <a:r>
                        <a:rPr lang="en-US" altLang="zh-TW" sz="1200" dirty="0">
                          <a:solidFill>
                            <a:schemeClr val="tx1">
                              <a:lumMod val="65000"/>
                              <a:lumOff val="35000"/>
                            </a:schemeClr>
                          </a:solidFill>
                          <a:latin typeface="+mn-ea"/>
                          <a:ea typeface="+mn-ea"/>
                        </a:rPr>
                        <a:t>46,832</a:t>
                      </a:r>
                    </a:p>
                  </a:txBody>
                  <a:tcPr marL="6714" marR="6714" marT="4476" marB="4476" anchor="ctr"/>
                </a:tc>
                <a:extLst>
                  <a:ext uri="{0D108BD9-81ED-4DB2-BD59-A6C34878D82A}">
                    <a16:rowId xmlns:a16="http://schemas.microsoft.com/office/drawing/2014/main" val="1535976966"/>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KOL_C</a:t>
                      </a:r>
                      <a:endParaRPr kumimoji="0" lang="zh-TW" altLang="en-US"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endParaRPr>
                    </a:p>
                  </a:txBody>
                  <a:tcPr marL="19050" marR="1905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11/12</a:t>
                      </a:r>
                    </a:p>
                  </a:txBody>
                  <a:tcPr marL="19050" marR="1905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rPr>
                        <a:t>IG</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endParaRPr>
                    </a:p>
                  </a:txBody>
                  <a:tcPr marL="6714" marR="6714" marT="4476" marB="447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LINK</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214,000</a:t>
                      </a:r>
                    </a:p>
                  </a:txBody>
                  <a:tcPr marL="19050" marR="19050" marT="12700" marB="12700" anchor="ctr"/>
                </a:tc>
                <a:tc>
                  <a:txBody>
                    <a:bodyPr/>
                    <a:lstStyle/>
                    <a:p>
                      <a:pPr algn="ctr" rtl="0" fontAlgn="ctr"/>
                      <a:r>
                        <a:rPr lang="en-US" altLang="zh-TW" sz="1200" dirty="0">
                          <a:solidFill>
                            <a:schemeClr val="tx1">
                              <a:lumMod val="65000"/>
                              <a:lumOff val="35000"/>
                            </a:schemeClr>
                          </a:solidFill>
                          <a:latin typeface="+mn-ea"/>
                          <a:ea typeface="+mn-ea"/>
                        </a:rPr>
                        <a:t>3,797</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7</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179</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29</a:t>
                      </a:r>
                    </a:p>
                  </a:txBody>
                  <a:tcPr marL="6714" marR="6714" marT="4476" marB="4476" anchor="ctr"/>
                </a:tc>
                <a:tc>
                  <a:txBody>
                    <a:bodyPr/>
                    <a:lstStyle/>
                    <a:p>
                      <a:pPr algn="ctr" rtl="0" fontAlgn="ctr"/>
                      <a:r>
                        <a:rPr lang="en-US" altLang="zh-TW" sz="1200" dirty="0">
                          <a:solidFill>
                            <a:schemeClr val="tx1">
                              <a:lumMod val="65000"/>
                              <a:lumOff val="35000"/>
                            </a:schemeClr>
                          </a:solidFill>
                          <a:latin typeface="+mn-ea"/>
                          <a:ea typeface="+mn-ea"/>
                        </a:rPr>
                        <a:t>131,175</a:t>
                      </a:r>
                    </a:p>
                  </a:txBody>
                  <a:tcPr marL="6714" marR="6714" marT="4476" marB="4476" anchor="ctr"/>
                </a:tc>
                <a:tc>
                  <a:txBody>
                    <a:bodyPr/>
                    <a:lstStyle/>
                    <a:p>
                      <a:pPr algn="ctr" rtl="0" fontAlgn="b"/>
                      <a:r>
                        <a:rPr lang="en-US" altLang="zh-TW" sz="1200" kern="1200" dirty="0">
                          <a:solidFill>
                            <a:schemeClr val="tx1">
                              <a:lumMod val="65000"/>
                              <a:lumOff val="35000"/>
                            </a:schemeClr>
                          </a:solidFill>
                          <a:latin typeface="+mn-ea"/>
                          <a:ea typeface="+mn-ea"/>
                          <a:cs typeface="+mn-cs"/>
                        </a:rPr>
                        <a:t>1.87%</a:t>
                      </a:r>
                    </a:p>
                  </a:txBody>
                  <a:tcPr marL="19050" marR="19050" marT="12700" marB="12700" anchor="ctr"/>
                </a:tc>
                <a:tc>
                  <a:txBody>
                    <a:bodyPr/>
                    <a:lstStyle/>
                    <a:p>
                      <a:pPr algn="ctr" rtl="0" fontAlgn="ctr"/>
                      <a:r>
                        <a:rPr lang="en-US" altLang="zh-TW" sz="1200" dirty="0">
                          <a:solidFill>
                            <a:schemeClr val="tx1">
                              <a:lumMod val="65000"/>
                              <a:lumOff val="35000"/>
                            </a:schemeClr>
                          </a:solidFill>
                          <a:latin typeface="+mn-ea"/>
                          <a:ea typeface="+mn-ea"/>
                        </a:rPr>
                        <a:t>63,990</a:t>
                      </a:r>
                    </a:p>
                  </a:txBody>
                  <a:tcPr marL="6714" marR="6714" marT="4476" marB="4476" anchor="ctr"/>
                </a:tc>
                <a:extLst>
                  <a:ext uri="{0D108BD9-81ED-4DB2-BD59-A6C34878D82A}">
                    <a16:rowId xmlns:a16="http://schemas.microsoft.com/office/drawing/2014/main" val="1907249279"/>
                  </a:ext>
                </a:extLst>
              </a:tr>
            </a:tbl>
          </a:graphicData>
        </a:graphic>
      </p:graphicFrame>
      <p:sp>
        <p:nvSpPr>
          <p:cNvPr id="4" name="標題 2">
            <a:extLst>
              <a:ext uri="{FF2B5EF4-FFF2-40B4-BE49-F238E27FC236}">
                <a16:creationId xmlns:a16="http://schemas.microsoft.com/office/drawing/2014/main" id="{B306EB99-A499-8152-6BB6-296278A0E1DE}"/>
              </a:ext>
            </a:extLst>
          </p:cNvPr>
          <p:cNvSpPr txBox="1">
            <a:spLocks/>
          </p:cNvSpPr>
          <p:nvPr/>
        </p:nvSpPr>
        <p:spPr>
          <a:xfrm>
            <a:off x="9122791" y="524508"/>
            <a:ext cx="2729518" cy="353715"/>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TW" altLang="en-US" sz="1200" b="0" dirty="0">
                <a:latin typeface="+mn-ea"/>
                <a:ea typeface="+mn-ea"/>
              </a:rPr>
              <a:t>統計區間：</a:t>
            </a:r>
            <a:r>
              <a:rPr lang="en-US" altLang="zh-TW" sz="1200" b="0" dirty="0">
                <a:latin typeface="+mn-ea"/>
                <a:ea typeface="+mn-ea"/>
              </a:rPr>
              <a:t>2025/11/05-2025/12/01</a:t>
            </a:r>
            <a:endParaRPr lang="zh-TW" altLang="en-US" sz="1200" b="0" dirty="0">
              <a:latin typeface="+mn-ea"/>
              <a:ea typeface="+mn-ea"/>
            </a:endParaRPr>
          </a:p>
        </p:txBody>
      </p:sp>
    </p:spTree>
    <p:extLst>
      <p:ext uri="{BB962C8B-B14F-4D97-AF65-F5344CB8AC3E}">
        <p14:creationId xmlns:p14="http://schemas.microsoft.com/office/powerpoint/2010/main" val="4262063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2DE8-CAD9-531C-0B9E-C5E8156383D9}"/>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E0A79B58-1EAA-521A-2565-C7D9CF3704BC}"/>
              </a:ext>
            </a:extLst>
          </p:cNvPr>
          <p:cNvSpPr>
            <a:spLocks noGrp="1"/>
          </p:cNvSpPr>
          <p:nvPr>
            <p:ph type="title"/>
          </p:nvPr>
        </p:nvSpPr>
        <p:spPr/>
        <p:txBody>
          <a:bodyPr/>
          <a:lstStyle/>
          <a:p>
            <a:r>
              <a:rPr lang="zh-TW" altLang="en-US" dirty="0"/>
              <a:t>成效總覽</a:t>
            </a:r>
            <a:r>
              <a:rPr lang="en-US" altLang="zh-TW" dirty="0"/>
              <a:t>-</a:t>
            </a:r>
            <a:r>
              <a:rPr lang="zh-TW" altLang="en-US" dirty="0"/>
              <a:t>限動</a:t>
            </a:r>
          </a:p>
        </p:txBody>
      </p:sp>
      <p:graphicFrame>
        <p:nvGraphicFramePr>
          <p:cNvPr id="2" name="表格 1">
            <a:extLst>
              <a:ext uri="{FF2B5EF4-FFF2-40B4-BE49-F238E27FC236}">
                <a16:creationId xmlns:a16="http://schemas.microsoft.com/office/drawing/2014/main" id="{FEE82BC4-6B2E-E52F-8742-7134ABD9D219}"/>
              </a:ext>
            </a:extLst>
          </p:cNvPr>
          <p:cNvGraphicFramePr>
            <a:graphicFrameLocks noGrp="1"/>
          </p:cNvGraphicFramePr>
          <p:nvPr>
            <p:extLst>
              <p:ext uri="{D42A27DB-BD31-4B8C-83A1-F6EECF244321}">
                <p14:modId xmlns:p14="http://schemas.microsoft.com/office/powerpoint/2010/main" val="3443706420"/>
              </p:ext>
            </p:extLst>
          </p:nvPr>
        </p:nvGraphicFramePr>
        <p:xfrm>
          <a:off x="1005840" y="1554418"/>
          <a:ext cx="10505439" cy="2704304"/>
        </p:xfrm>
        <a:graphic>
          <a:graphicData uri="http://schemas.openxmlformats.org/drawingml/2006/table">
            <a:tbl>
              <a:tblPr>
                <a:tableStyleId>{616DA210-FB5B-4158-B5E0-FEB733F419BA}</a:tableStyleId>
              </a:tblPr>
              <a:tblGrid>
                <a:gridCol w="1596140">
                  <a:extLst>
                    <a:ext uri="{9D8B030D-6E8A-4147-A177-3AD203B41FA5}">
                      <a16:colId xmlns:a16="http://schemas.microsoft.com/office/drawing/2014/main" val="2936426004"/>
                    </a:ext>
                  </a:extLst>
                </a:gridCol>
                <a:gridCol w="787353">
                  <a:extLst>
                    <a:ext uri="{9D8B030D-6E8A-4147-A177-3AD203B41FA5}">
                      <a16:colId xmlns:a16="http://schemas.microsoft.com/office/drawing/2014/main" val="953600421"/>
                    </a:ext>
                  </a:extLst>
                </a:gridCol>
                <a:gridCol w="922958">
                  <a:extLst>
                    <a:ext uri="{9D8B030D-6E8A-4147-A177-3AD203B41FA5}">
                      <a16:colId xmlns:a16="http://schemas.microsoft.com/office/drawing/2014/main" val="4216072725"/>
                    </a:ext>
                  </a:extLst>
                </a:gridCol>
                <a:gridCol w="922958">
                  <a:extLst>
                    <a:ext uri="{9D8B030D-6E8A-4147-A177-3AD203B41FA5}">
                      <a16:colId xmlns:a16="http://schemas.microsoft.com/office/drawing/2014/main" val="2711311535"/>
                    </a:ext>
                  </a:extLst>
                </a:gridCol>
                <a:gridCol w="788680">
                  <a:extLst>
                    <a:ext uri="{9D8B030D-6E8A-4147-A177-3AD203B41FA5}">
                      <a16:colId xmlns:a16="http://schemas.microsoft.com/office/drawing/2014/main" val="2285866955"/>
                    </a:ext>
                  </a:extLst>
                </a:gridCol>
                <a:gridCol w="705368">
                  <a:extLst>
                    <a:ext uri="{9D8B030D-6E8A-4147-A177-3AD203B41FA5}">
                      <a16:colId xmlns:a16="http://schemas.microsoft.com/office/drawing/2014/main" val="2041104189"/>
                    </a:ext>
                  </a:extLst>
                </a:gridCol>
                <a:gridCol w="736466">
                  <a:extLst>
                    <a:ext uri="{9D8B030D-6E8A-4147-A177-3AD203B41FA5}">
                      <a16:colId xmlns:a16="http://schemas.microsoft.com/office/drawing/2014/main" val="381622608"/>
                    </a:ext>
                  </a:extLst>
                </a:gridCol>
                <a:gridCol w="706200">
                  <a:extLst>
                    <a:ext uri="{9D8B030D-6E8A-4147-A177-3AD203B41FA5}">
                      <a16:colId xmlns:a16="http://schemas.microsoft.com/office/drawing/2014/main" val="560737996"/>
                    </a:ext>
                  </a:extLst>
                </a:gridCol>
                <a:gridCol w="706200">
                  <a:extLst>
                    <a:ext uri="{9D8B030D-6E8A-4147-A177-3AD203B41FA5}">
                      <a16:colId xmlns:a16="http://schemas.microsoft.com/office/drawing/2014/main" val="3745779687"/>
                    </a:ext>
                  </a:extLst>
                </a:gridCol>
                <a:gridCol w="926237">
                  <a:extLst>
                    <a:ext uri="{9D8B030D-6E8A-4147-A177-3AD203B41FA5}">
                      <a16:colId xmlns:a16="http://schemas.microsoft.com/office/drawing/2014/main" val="220231888"/>
                    </a:ext>
                  </a:extLst>
                </a:gridCol>
                <a:gridCol w="693255">
                  <a:extLst>
                    <a:ext uri="{9D8B030D-6E8A-4147-A177-3AD203B41FA5}">
                      <a16:colId xmlns:a16="http://schemas.microsoft.com/office/drawing/2014/main" val="731627989"/>
                    </a:ext>
                  </a:extLst>
                </a:gridCol>
                <a:gridCol w="1013624">
                  <a:extLst>
                    <a:ext uri="{9D8B030D-6E8A-4147-A177-3AD203B41FA5}">
                      <a16:colId xmlns:a16="http://schemas.microsoft.com/office/drawing/2014/main" val="490404457"/>
                    </a:ext>
                  </a:extLst>
                </a:gridCol>
              </a:tblGrid>
              <a:tr h="509744">
                <a:tc>
                  <a:txBody>
                    <a:bodyPr/>
                    <a:lstStyle/>
                    <a:p>
                      <a:pPr algn="ctr" rtl="0" fontAlgn="ctr"/>
                      <a:r>
                        <a:rPr lang="en-US" altLang="zh-TW" sz="1100" b="1" kern="1200" dirty="0">
                          <a:solidFill>
                            <a:schemeClr val="tx1"/>
                          </a:solidFill>
                          <a:latin typeface="+mj-ea"/>
                          <a:ea typeface="+mj-ea"/>
                          <a:cs typeface="+mn-cs"/>
                        </a:rPr>
                        <a:t>KOL</a:t>
                      </a:r>
                      <a:endParaRPr lang="en-US" altLang="en-US" sz="1100" b="1" kern="1200" dirty="0">
                        <a:solidFill>
                          <a:schemeClr val="tx1"/>
                        </a:solidFill>
                        <a:latin typeface="+mj-ea"/>
                        <a:ea typeface="+mj-ea"/>
                        <a:cs typeface="+mn-cs"/>
                      </a:endParaRP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上線日期</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平台</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連結</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粉絲數</a:t>
                      </a:r>
                      <a:endParaRPr lang="en-US" altLang="zh-TW" sz="1100" b="1" dirty="0">
                        <a:solidFill>
                          <a:schemeClr val="tx1"/>
                        </a:solidFill>
                        <a:latin typeface="+mj-ea"/>
                        <a:ea typeface="+mj-ea"/>
                      </a:endParaRP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觀看數</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按讚數</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回覆次數</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分享次數</a:t>
                      </a:r>
                    </a:p>
                  </a:txBody>
                  <a:tcPr marL="6714" marR="6714" marT="4476" marB="4476" anchor="ctr">
                    <a:solidFill>
                      <a:schemeClr val="accent5">
                        <a:lumMod val="20000"/>
                        <a:lumOff val="80000"/>
                      </a:schemeClr>
                    </a:solidFill>
                  </a:tcPr>
                </a:tc>
                <a:tc>
                  <a:txBody>
                    <a:bodyPr/>
                    <a:lstStyle/>
                    <a:p>
                      <a:pPr algn="ctr" rtl="0" fontAlgn="ctr"/>
                      <a:r>
                        <a:rPr lang="zh-TW" altLang="en-US" sz="1100" b="1" dirty="0">
                          <a:solidFill>
                            <a:schemeClr val="tx1"/>
                          </a:solidFill>
                          <a:latin typeface="+mj-ea"/>
                          <a:ea typeface="+mj-ea"/>
                        </a:rPr>
                        <a:t>連結點擊</a:t>
                      </a:r>
                      <a:endParaRPr lang="en-US" altLang="zh-TW" sz="1100" b="1" dirty="0">
                        <a:solidFill>
                          <a:schemeClr val="tx1"/>
                        </a:solidFill>
                        <a:latin typeface="+mj-ea"/>
                        <a:ea typeface="+mj-ea"/>
                      </a:endParaRPr>
                    </a:p>
                    <a:p>
                      <a:pPr algn="ctr" rtl="0" fontAlgn="ctr"/>
                      <a:r>
                        <a:rPr lang="zh-TW" altLang="en-US" sz="1100" b="1" dirty="0">
                          <a:solidFill>
                            <a:schemeClr val="tx1"/>
                          </a:solidFill>
                          <a:latin typeface="+mj-ea"/>
                          <a:ea typeface="+mj-ea"/>
                        </a:rPr>
                        <a:t>次數</a:t>
                      </a:r>
                    </a:p>
                  </a:txBody>
                  <a:tcPr marL="6714" marR="6714" marT="4476" marB="4476" anchor="ctr">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100" b="1" kern="1200" dirty="0">
                          <a:solidFill>
                            <a:schemeClr val="tx1"/>
                          </a:solidFill>
                          <a:latin typeface="+mj-ea"/>
                          <a:ea typeface="+mn-ea"/>
                          <a:cs typeface="+mn-cs"/>
                        </a:rPr>
                        <a:t>點擊帳號次數</a:t>
                      </a:r>
                    </a:p>
                  </a:txBody>
                  <a:tcPr marL="6714" marR="6714" marT="4476" marB="4476" anchor="ctr">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100" b="1" kern="1200" dirty="0">
                          <a:solidFill>
                            <a:schemeClr val="tx1"/>
                          </a:solidFill>
                          <a:latin typeface="+mj-ea"/>
                          <a:ea typeface="+mn-ea"/>
                          <a:cs typeface="+mn-cs"/>
                        </a:rPr>
                        <a:t>觸及人數 </a:t>
                      </a:r>
                    </a:p>
                  </a:txBody>
                  <a:tcPr marL="6714" marR="6714" marT="4476" marB="4476" anchor="ctr">
                    <a:solidFill>
                      <a:schemeClr val="accent5">
                        <a:lumMod val="20000"/>
                        <a:lumOff val="80000"/>
                      </a:schemeClr>
                    </a:solidFill>
                  </a:tcPr>
                </a:tc>
                <a:extLst>
                  <a:ext uri="{0D108BD9-81ED-4DB2-BD59-A6C34878D82A}">
                    <a16:rowId xmlns:a16="http://schemas.microsoft.com/office/drawing/2014/main" val="1151207137"/>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KOL_A</a:t>
                      </a:r>
                      <a:endParaRPr kumimoji="0" lang="zh-TW" altLang="en-US"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19050" marR="19050" marT="12700" marB="1270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11/05</a:t>
                      </a:r>
                    </a:p>
                  </a:txBody>
                  <a:tcPr marL="19050" marR="19050" marT="12700" marB="1270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IG</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LINK</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123,000</a:t>
                      </a:r>
                    </a:p>
                  </a:txBody>
                  <a:tcPr marL="19050" marR="19050" marT="12700" marB="12700"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5,134</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29</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1</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1</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30</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kern="1200" dirty="0">
                          <a:solidFill>
                            <a:schemeClr val="tx1">
                              <a:lumMod val="65000"/>
                              <a:lumOff val="35000"/>
                            </a:schemeClr>
                          </a:solidFill>
                          <a:latin typeface="+mn-ea"/>
                          <a:ea typeface="+mn-ea"/>
                          <a:cs typeface="+mn-cs"/>
                        </a:rPr>
                        <a:t>19</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kern="1200" dirty="0">
                          <a:solidFill>
                            <a:schemeClr val="tx1">
                              <a:lumMod val="65000"/>
                              <a:lumOff val="35000"/>
                            </a:schemeClr>
                          </a:solidFill>
                          <a:latin typeface="+mn-ea"/>
                          <a:ea typeface="+mn-ea"/>
                          <a:cs typeface="+mn-cs"/>
                        </a:rPr>
                        <a:t>4,135</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extLst>
                  <a:ext uri="{0D108BD9-81ED-4DB2-BD59-A6C34878D82A}">
                    <a16:rowId xmlns:a16="http://schemas.microsoft.com/office/drawing/2014/main" val="3668996859"/>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KOL_B</a:t>
                      </a:r>
                      <a:endParaRPr kumimoji="0" lang="zh-TW" altLang="en-US"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19050" marR="19050" marT="12700" marB="1270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11/07</a:t>
                      </a:r>
                    </a:p>
                  </a:txBody>
                  <a:tcPr marL="19050" marR="19050" marT="12700" marB="1270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rPr>
                        <a:t>IG</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endParaRPr>
                    </a:p>
                  </a:txBody>
                  <a:tcPr marL="6714" marR="6714" marT="4476" marB="4476"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LINK</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295,000</a:t>
                      </a:r>
                    </a:p>
                  </a:txBody>
                  <a:tcPr marL="19050" marR="19050" marT="12700" marB="12700"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12,165</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79</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0</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3</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32</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kern="1200" dirty="0">
                          <a:solidFill>
                            <a:schemeClr val="tx1">
                              <a:lumMod val="65000"/>
                              <a:lumOff val="35000"/>
                            </a:schemeClr>
                          </a:solidFill>
                          <a:latin typeface="+mn-ea"/>
                          <a:ea typeface="+mn-ea"/>
                          <a:cs typeface="+mn-cs"/>
                        </a:rPr>
                        <a:t>-</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kern="1200" dirty="0">
                          <a:solidFill>
                            <a:schemeClr val="tx1">
                              <a:lumMod val="65000"/>
                              <a:lumOff val="35000"/>
                            </a:schemeClr>
                          </a:solidFill>
                          <a:latin typeface="+mn-ea"/>
                          <a:ea typeface="+mn-ea"/>
                          <a:cs typeface="+mn-cs"/>
                        </a:rPr>
                        <a:t>10,765</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extLst>
                  <a:ext uri="{0D108BD9-81ED-4DB2-BD59-A6C34878D82A}">
                    <a16:rowId xmlns:a16="http://schemas.microsoft.com/office/drawing/2014/main" val="2766188113"/>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KOL_C</a:t>
                      </a:r>
                      <a:endParaRPr kumimoji="0" lang="zh-TW" altLang="en-US"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19050" marR="19050" marT="12700" marB="1270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11/12</a:t>
                      </a:r>
                    </a:p>
                  </a:txBody>
                  <a:tcPr marL="19050" marR="19050" marT="12700" marB="1270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rPr>
                        <a:t>IG</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mn-ea"/>
                        <a:cs typeface="+mn-cs"/>
                      </a:endParaRPr>
                    </a:p>
                  </a:txBody>
                  <a:tcPr marL="6714" marR="6714" marT="4476" marB="4476"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rPr>
                        <a:t>LINK</a:t>
                      </a:r>
                      <a:endParaRPr kumimoji="0" lang="zh-TW" altLang="en-US" sz="1200" b="0" i="0" u="none" strike="noStrike" kern="1200" cap="none" spc="0" normalizeH="0" baseline="0" noProof="0" dirty="0">
                        <a:ln>
                          <a:noFill/>
                        </a:ln>
                        <a:solidFill>
                          <a:prstClr val="black">
                            <a:lumMod val="65000"/>
                            <a:lumOff val="35000"/>
                          </a:prstClr>
                        </a:solidFill>
                        <a:effectLst/>
                        <a:uLnTx/>
                        <a:uFillTx/>
                        <a:latin typeface="微軟正黑體" panose="020B0604030504040204" pitchFamily="34" charset="-120"/>
                        <a:ea typeface="微軟正黑體" panose="020B0604030504040204" pitchFamily="34" charset="-120"/>
                        <a:cs typeface="+mn-cs"/>
                      </a:endParaRPr>
                    </a:p>
                  </a:txBody>
                  <a:tcPr marL="6714" marR="6714" marT="4476" marB="4476"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dirty="0">
                          <a:ln>
                            <a:noFill/>
                          </a:ln>
                          <a:solidFill>
                            <a:prstClr val="black">
                              <a:lumMod val="65000"/>
                              <a:lumOff val="35000"/>
                            </a:prstClr>
                          </a:solidFill>
                          <a:effectLst/>
                          <a:uLnTx/>
                          <a:uFillTx/>
                          <a:latin typeface="微軟正黑體" panose="020B0604030504040204" pitchFamily="34" charset="-120"/>
                          <a:ea typeface="+mn-ea"/>
                          <a:cs typeface="+mn-cs"/>
                        </a:rPr>
                        <a:t>214,000</a:t>
                      </a:r>
                    </a:p>
                  </a:txBody>
                  <a:tcPr marL="19050" marR="19050" marT="12700" marB="12700"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14,231</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25</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2</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1</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algn="ctr" defTabSz="914400" rtl="0" eaLnBrk="1" fontAlgn="ctr" latinLnBrk="0" hangingPunct="1"/>
                      <a:r>
                        <a:rPr lang="en-US" altLang="zh-TW" sz="1100" kern="1200" dirty="0">
                          <a:solidFill>
                            <a:schemeClr val="tx1">
                              <a:lumMod val="65000"/>
                              <a:lumOff val="35000"/>
                            </a:schemeClr>
                          </a:solidFill>
                          <a:latin typeface="+mn-ea"/>
                          <a:ea typeface="+mn-ea"/>
                          <a:cs typeface="+mn-cs"/>
                        </a:rPr>
                        <a:t>12</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kern="1200" dirty="0">
                          <a:solidFill>
                            <a:schemeClr val="tx1">
                              <a:lumMod val="65000"/>
                              <a:lumOff val="35000"/>
                            </a:schemeClr>
                          </a:solidFill>
                          <a:latin typeface="+mn-ea"/>
                          <a:ea typeface="+mn-ea"/>
                          <a:cs typeface="+mn-cs"/>
                        </a:rPr>
                        <a:t>1</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kern="1200" dirty="0">
                          <a:solidFill>
                            <a:schemeClr val="tx1">
                              <a:lumMod val="65000"/>
                              <a:lumOff val="35000"/>
                            </a:schemeClr>
                          </a:solidFill>
                          <a:latin typeface="+mn-ea"/>
                          <a:ea typeface="+mn-ea"/>
                          <a:cs typeface="+mn-cs"/>
                        </a:rPr>
                        <a:t>12,745</a:t>
                      </a:r>
                      <a:endParaRPr lang="zh-TW" altLang="en-US" sz="1100" kern="1200" dirty="0">
                        <a:solidFill>
                          <a:schemeClr val="tx1">
                            <a:lumMod val="65000"/>
                            <a:lumOff val="35000"/>
                          </a:schemeClr>
                        </a:solidFill>
                        <a:latin typeface="+mn-ea"/>
                        <a:ea typeface="+mn-ea"/>
                        <a:cs typeface="+mn-cs"/>
                      </a:endParaRPr>
                    </a:p>
                  </a:txBody>
                  <a:tcPr marL="6714" marR="6714" marT="4476" marB="4476" anchor="ctr">
                    <a:noFill/>
                  </a:tcPr>
                </a:tc>
                <a:extLst>
                  <a:ext uri="{0D108BD9-81ED-4DB2-BD59-A6C34878D82A}">
                    <a16:rowId xmlns:a16="http://schemas.microsoft.com/office/drawing/2014/main" val="255227532"/>
                  </a:ext>
                </a:extLst>
              </a:tr>
            </a:tbl>
          </a:graphicData>
        </a:graphic>
      </p:graphicFrame>
      <p:sp>
        <p:nvSpPr>
          <p:cNvPr id="4" name="標題 2">
            <a:extLst>
              <a:ext uri="{FF2B5EF4-FFF2-40B4-BE49-F238E27FC236}">
                <a16:creationId xmlns:a16="http://schemas.microsoft.com/office/drawing/2014/main" id="{A90772E7-F6E0-6BCF-0B0C-62500B7DC399}"/>
              </a:ext>
            </a:extLst>
          </p:cNvPr>
          <p:cNvSpPr txBox="1">
            <a:spLocks/>
          </p:cNvSpPr>
          <p:nvPr/>
        </p:nvSpPr>
        <p:spPr>
          <a:xfrm>
            <a:off x="9122791" y="524508"/>
            <a:ext cx="2729518" cy="353715"/>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TW" altLang="en-US" sz="1200" b="0" dirty="0">
                <a:latin typeface="+mn-ea"/>
              </a:rPr>
              <a:t>統計區間：</a:t>
            </a:r>
            <a:r>
              <a:rPr lang="en-US" altLang="zh-TW" sz="1200" b="0" dirty="0">
                <a:latin typeface="+mn-ea"/>
              </a:rPr>
              <a:t>2025/11/05-2025/12/01</a:t>
            </a:r>
            <a:endParaRPr lang="zh-TW" altLang="en-US" sz="1200" b="0" dirty="0">
              <a:latin typeface="+mn-ea"/>
            </a:endParaRPr>
          </a:p>
        </p:txBody>
      </p:sp>
    </p:spTree>
    <p:extLst>
      <p:ext uri="{BB962C8B-B14F-4D97-AF65-F5344CB8AC3E}">
        <p14:creationId xmlns:p14="http://schemas.microsoft.com/office/powerpoint/2010/main" val="1367784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2">
            <a:extLst>
              <a:ext uri="{FF2B5EF4-FFF2-40B4-BE49-F238E27FC236}">
                <a16:creationId xmlns:a16="http://schemas.microsoft.com/office/drawing/2014/main" id="{25434E33-F852-9BEC-7A5B-25731DB7C123}"/>
              </a:ext>
            </a:extLst>
          </p:cNvPr>
          <p:cNvSpPr>
            <a:spLocks noGrp="1"/>
          </p:cNvSpPr>
          <p:nvPr>
            <p:ph type="title"/>
          </p:nvPr>
        </p:nvSpPr>
        <p:spPr>
          <a:xfrm>
            <a:off x="454313" y="2152479"/>
            <a:ext cx="4555053" cy="592161"/>
          </a:xfrm>
        </p:spPr>
        <p:txBody>
          <a:bodyPr/>
          <a:lstStyle/>
          <a:p>
            <a:pPr algn="ctr"/>
            <a:r>
              <a:rPr lang="zh-TW" altLang="en-US" sz="3600" dirty="0"/>
              <a:t>合作心得</a:t>
            </a:r>
            <a:r>
              <a:rPr lang="en-US" altLang="zh-TW" sz="3600" dirty="0"/>
              <a:t>-</a:t>
            </a:r>
            <a:r>
              <a:rPr lang="zh-TW" altLang="en-US" sz="3600" dirty="0"/>
              <a:t> </a:t>
            </a:r>
            <a:r>
              <a:rPr lang="en-US" altLang="zh-TW" sz="3600" dirty="0"/>
              <a:t>KOL</a:t>
            </a:r>
            <a:r>
              <a:rPr lang="zh-TW" altLang="en-US" sz="3600" dirty="0"/>
              <a:t> </a:t>
            </a:r>
            <a:r>
              <a:rPr lang="en-US" altLang="zh-TW" sz="3600" dirty="0"/>
              <a:t>Team</a:t>
            </a:r>
            <a:endParaRPr lang="zh-TW" altLang="en-US" sz="3600" dirty="0"/>
          </a:p>
        </p:txBody>
      </p:sp>
      <p:sp>
        <p:nvSpPr>
          <p:cNvPr id="9" name="文字版面配置區 3">
            <a:extLst>
              <a:ext uri="{FF2B5EF4-FFF2-40B4-BE49-F238E27FC236}">
                <a16:creationId xmlns:a16="http://schemas.microsoft.com/office/drawing/2014/main" id="{96A39E2E-95F7-EB06-6B09-D2F90281806E}"/>
              </a:ext>
            </a:extLst>
          </p:cNvPr>
          <p:cNvSpPr>
            <a:spLocks noGrp="1"/>
          </p:cNvSpPr>
          <p:nvPr>
            <p:ph type="body" sz="quarter" idx="14"/>
          </p:nvPr>
        </p:nvSpPr>
        <p:spPr>
          <a:xfrm>
            <a:off x="581556" y="2900362"/>
            <a:ext cx="4300565" cy="3449638"/>
          </a:xfrm>
        </p:spPr>
        <p:txBody>
          <a:bodyPr/>
          <a:lstStyle/>
          <a:p>
            <a:pPr marL="0" indent="0" algn="l">
              <a:lnSpc>
                <a:spcPct val="150000"/>
              </a:lnSpc>
              <a:buNone/>
            </a:pPr>
            <a:r>
              <a:rPr lang="zh-TW" altLang="en-US" dirty="0"/>
              <a:t>這邊要寫合作心得這邊要寫合作心得這邊要寫合作心得這邊要寫合作心得這邊要寫合作心得這邊要寫合作心得這邊要寫合作心得這邊要寫合作心得這邊要寫合作心得這邊要寫合作心得這邊要寫合作心得</a:t>
            </a:r>
            <a:endParaRPr lang="en-US" altLang="zh-TW" dirty="0">
              <a:solidFill>
                <a:schemeClr val="bg2">
                  <a:lumMod val="25000"/>
                </a:schemeClr>
              </a:solidFill>
            </a:endParaRPr>
          </a:p>
        </p:txBody>
      </p:sp>
      <p:pic>
        <p:nvPicPr>
          <p:cNvPr id="10" name="圖片 9">
            <a:extLst>
              <a:ext uri="{FF2B5EF4-FFF2-40B4-BE49-F238E27FC236}">
                <a16:creationId xmlns:a16="http://schemas.microsoft.com/office/drawing/2014/main" id="{1FD66695-3240-3AD1-24C6-3C1D693D04A3}"/>
              </a:ext>
            </a:extLst>
          </p:cNvPr>
          <p:cNvPicPr>
            <a:picLocks noChangeAspect="1"/>
          </p:cNvPicPr>
          <p:nvPr/>
        </p:nvPicPr>
        <p:blipFill>
          <a:blip r:embed="rId2"/>
          <a:srcRect t="26913" b="26913"/>
          <a:stretch/>
        </p:blipFill>
        <p:spPr>
          <a:xfrm>
            <a:off x="7085333" y="2448560"/>
            <a:ext cx="2641280" cy="26412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49292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6500505"/>
      </p:ext>
    </p:extLst>
  </p:cSld>
  <p:clrMapOvr>
    <a:masterClrMapping/>
  </p:clrMapOvr>
</p:sld>
</file>

<file path=ppt/theme/theme1.xml><?xml version="1.0" encoding="utf-8"?>
<a:theme xmlns:a="http://schemas.openxmlformats.org/drawingml/2006/main" name="2024_DAC_temp_n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4" id="{9A9AAB85-0F0F-4240-9218-728318C46DD4}" vid="{D9D1B56B-547D-FA4F-9243-B4F813C3FA99}"/>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小熊餅乾_結案報告</Template>
  <TotalTime>133</TotalTime>
  <Words>441</Words>
  <Application>Microsoft Office PowerPoint</Application>
  <PresentationFormat>寬螢幕</PresentationFormat>
  <Paragraphs>137</Paragraphs>
  <Slides>16</Slides>
  <Notes>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微軟正黑體</vt:lpstr>
      <vt:lpstr>Arial</vt:lpstr>
      <vt:lpstr>Calibri</vt:lpstr>
      <vt:lpstr>2024_DAC_temp_new</vt:lpstr>
      <vt:lpstr>品牌名 產品名</vt:lpstr>
      <vt:lpstr>KOL成效數據</vt:lpstr>
      <vt:lpstr>KOL_A名稱-上刊截圖</vt:lpstr>
      <vt:lpstr>KOL_A名稱-貼文成效數據截圖</vt:lpstr>
      <vt:lpstr>KOL_A名稱-限動成效數據截圖</vt:lpstr>
      <vt:lpstr>KOL_B名稱-上刊截圖</vt:lpstr>
      <vt:lpstr>KOL_B名稱-貼文成效數據截圖</vt:lpstr>
      <vt:lpstr>KOL_B名稱-限動成效數據截圖</vt:lpstr>
      <vt:lpstr>KOL_C名稱-上刊截圖</vt:lpstr>
      <vt:lpstr>KOL_C名稱-上刊截圖</vt:lpstr>
      <vt:lpstr>KOL_C名稱-貼文成效數據截圖</vt:lpstr>
      <vt:lpstr>KOL_C名稱-限動成效數據截圖</vt:lpstr>
      <vt:lpstr>成效總覽-貼文</vt:lpstr>
      <vt:lpstr>成效總覽-限動</vt:lpstr>
      <vt:lpstr>合作心得- KOL Team</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Hailey Lai</dc:creator>
  <cp:lastModifiedBy>Emily Cai</cp:lastModifiedBy>
  <cp:revision>5</cp:revision>
  <dcterms:created xsi:type="dcterms:W3CDTF">2025-11-25T06:50:09Z</dcterms:created>
  <dcterms:modified xsi:type="dcterms:W3CDTF">2026-04-29T09:11:45Z</dcterms:modified>
</cp:coreProperties>
</file>