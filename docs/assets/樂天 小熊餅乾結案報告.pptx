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61" r:id="rId2"/>
    <p:sldId id="274" r:id="rId3"/>
    <p:sldId id="273" r:id="rId4"/>
    <p:sldId id="26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7" r:id="rId14"/>
    <p:sldId id="288" r:id="rId15"/>
    <p:sldId id="285" r:id="rId16"/>
    <p:sldId id="286" r:id="rId17"/>
    <p:sldId id="275" r:id="rId18"/>
    <p:sldId id="276" r:id="rId19"/>
    <p:sldId id="270" r:id="rId20"/>
    <p:sldId id="264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pos="74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24C6E-FE3F-4933-B7A7-1E8E893A2DC2}" v="53" dt="2025-12-04T09:20:17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93" autoAdjust="0"/>
    <p:restoredTop sz="93356"/>
  </p:normalViewPr>
  <p:slideViewPr>
    <p:cSldViewPr snapToGrid="0" snapToObjects="1">
      <p:cViewPr varScale="1">
        <p:scale>
          <a:sx n="59" d="100"/>
          <a:sy n="59" d="100"/>
        </p:scale>
        <p:origin x="544" y="52"/>
      </p:cViewPr>
      <p:guideLst>
        <p:guide orient="horz" pos="2160"/>
        <p:guide pos="211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ley Lai" userId="944cc5fd-6b01-4af8-9b76-b2d2313a9f6a" providerId="ADAL" clId="{125009B1-0A62-4CC9-BC1C-AF24A9AA8A60}"/>
    <pc:docChg chg="undo custSel addSld delSld modSld">
      <pc:chgData name="Hailey Lai" userId="944cc5fd-6b01-4af8-9b76-b2d2313a9f6a" providerId="ADAL" clId="{125009B1-0A62-4CC9-BC1C-AF24A9AA8A60}" dt="2025-12-04T09:20:38.750" v="1127" actId="20577"/>
      <pc:docMkLst>
        <pc:docMk/>
      </pc:docMkLst>
      <pc:sldChg chg="modSp mod">
        <pc:chgData name="Hailey Lai" userId="944cc5fd-6b01-4af8-9b76-b2d2313a9f6a" providerId="ADAL" clId="{125009B1-0A62-4CC9-BC1C-AF24A9AA8A60}" dt="2025-12-03T01:48:51.409" v="1026" actId="20577"/>
        <pc:sldMkLst>
          <pc:docMk/>
          <pc:sldMk cId="741273011" sldId="261"/>
        </pc:sldMkLst>
        <pc:spChg chg="mod">
          <ac:chgData name="Hailey Lai" userId="944cc5fd-6b01-4af8-9b76-b2d2313a9f6a" providerId="ADAL" clId="{125009B1-0A62-4CC9-BC1C-AF24A9AA8A60}" dt="2025-12-03T01:48:51.409" v="1026" actId="20577"/>
          <ac:spMkLst>
            <pc:docMk/>
            <pc:sldMk cId="741273011" sldId="261"/>
            <ac:spMk id="2" creationId="{2D5954E1-1EEF-C42F-6824-D414DB9B64A6}"/>
          </ac:spMkLst>
        </pc:spChg>
      </pc:sldChg>
      <pc:sldChg chg="addSp delSp modSp mod">
        <pc:chgData name="Hailey Lai" userId="944cc5fd-6b01-4af8-9b76-b2d2313a9f6a" providerId="ADAL" clId="{125009B1-0A62-4CC9-BC1C-AF24A9AA8A60}" dt="2025-11-25T07:11:51.174" v="256" actId="1076"/>
        <pc:sldMkLst>
          <pc:docMk/>
          <pc:sldMk cId="2327527701" sldId="265"/>
        </pc:sldMkLst>
        <pc:picChg chg="add mod">
          <ac:chgData name="Hailey Lai" userId="944cc5fd-6b01-4af8-9b76-b2d2313a9f6a" providerId="ADAL" clId="{125009B1-0A62-4CC9-BC1C-AF24A9AA8A60}" dt="2025-11-25T07:11:51.174" v="256" actId="1076"/>
          <ac:picMkLst>
            <pc:docMk/>
            <pc:sldMk cId="2327527701" sldId="265"/>
            <ac:picMk id="4" creationId="{BA649B6C-10F6-28DB-2921-18315922026E}"/>
          </ac:picMkLst>
        </pc:picChg>
        <pc:picChg chg="add mod">
          <ac:chgData name="Hailey Lai" userId="944cc5fd-6b01-4af8-9b76-b2d2313a9f6a" providerId="ADAL" clId="{125009B1-0A62-4CC9-BC1C-AF24A9AA8A60}" dt="2025-11-25T07:11:51.174" v="256" actId="1076"/>
          <ac:picMkLst>
            <pc:docMk/>
            <pc:sldMk cId="2327527701" sldId="265"/>
            <ac:picMk id="6" creationId="{100710EA-58A0-2860-FBAF-76A0961250BF}"/>
          </ac:picMkLst>
        </pc:picChg>
        <pc:picChg chg="add del mod">
          <ac:chgData name="Hailey Lai" userId="944cc5fd-6b01-4af8-9b76-b2d2313a9f6a" providerId="ADAL" clId="{125009B1-0A62-4CC9-BC1C-AF24A9AA8A60}" dt="2025-11-25T07:11:51.174" v="256" actId="1076"/>
          <ac:picMkLst>
            <pc:docMk/>
            <pc:sldMk cId="2327527701" sldId="265"/>
            <ac:picMk id="8" creationId="{D46BFF07-9E71-D729-E90D-FB5335160B4C}"/>
          </ac:picMkLst>
        </pc:picChg>
      </pc:sldChg>
      <pc:sldChg chg="modSp">
        <pc:chgData name="Hailey Lai" userId="944cc5fd-6b01-4af8-9b76-b2d2313a9f6a" providerId="ADAL" clId="{125009B1-0A62-4CC9-BC1C-AF24A9AA8A60}" dt="2025-12-03T01:48:39.202" v="1024"/>
        <pc:sldMkLst>
          <pc:docMk/>
          <pc:sldMk cId="2849292289" sldId="270"/>
        </pc:sldMkLst>
        <pc:spChg chg="mod">
          <ac:chgData name="Hailey Lai" userId="944cc5fd-6b01-4af8-9b76-b2d2313a9f6a" providerId="ADAL" clId="{125009B1-0A62-4CC9-BC1C-AF24A9AA8A60}" dt="2025-12-03T01:48:39.202" v="1024"/>
          <ac:spMkLst>
            <pc:docMk/>
            <pc:sldMk cId="2849292289" sldId="270"/>
            <ac:spMk id="9" creationId="{96A39E2E-95F7-EB06-6B09-D2F90281806E}"/>
          </ac:spMkLst>
        </pc:spChg>
        <pc:picChg chg="mod">
          <ac:chgData name="Hailey Lai" userId="944cc5fd-6b01-4af8-9b76-b2d2313a9f6a" providerId="ADAL" clId="{125009B1-0A62-4CC9-BC1C-AF24A9AA8A60}" dt="2025-12-03T01:43:10.937" v="1023" actId="14826"/>
          <ac:picMkLst>
            <pc:docMk/>
            <pc:sldMk cId="2849292289" sldId="270"/>
            <ac:picMk id="10" creationId="{1FD66695-3240-3AD1-24C6-3C1D693D04A3}"/>
          </ac:picMkLst>
        </pc:picChg>
      </pc:sldChg>
      <pc:sldChg chg="addSp delSp modSp mod">
        <pc:chgData name="Hailey Lai" userId="944cc5fd-6b01-4af8-9b76-b2d2313a9f6a" providerId="ADAL" clId="{125009B1-0A62-4CC9-BC1C-AF24A9AA8A60}" dt="2025-11-25T07:10:26.471" v="209" actId="14100"/>
        <pc:sldMkLst>
          <pc:docMk/>
          <pc:sldMk cId="1757944357" sldId="273"/>
        </pc:sldMkLst>
        <pc:spChg chg="mod">
          <ac:chgData name="Hailey Lai" userId="944cc5fd-6b01-4af8-9b76-b2d2313a9f6a" providerId="ADAL" clId="{125009B1-0A62-4CC9-BC1C-AF24A9AA8A60}" dt="2025-11-25T07:09:25.681" v="185" actId="1076"/>
          <ac:spMkLst>
            <pc:docMk/>
            <pc:sldMk cId="1757944357" sldId="273"/>
            <ac:spMk id="2" creationId="{D1822D3A-58B5-1051-D682-9BCB1863FC18}"/>
          </ac:spMkLst>
        </pc:spChg>
        <pc:spChg chg="mod">
          <ac:chgData name="Hailey Lai" userId="944cc5fd-6b01-4af8-9b76-b2d2313a9f6a" providerId="ADAL" clId="{125009B1-0A62-4CC9-BC1C-AF24A9AA8A60}" dt="2025-11-25T07:06:58.175" v="43" actId="1076"/>
          <ac:spMkLst>
            <pc:docMk/>
            <pc:sldMk cId="1757944357" sldId="273"/>
            <ac:spMk id="3" creationId="{AA2E6BDE-E531-420E-8E6E-1FFD76BEDF96}"/>
          </ac:spMkLst>
        </pc:spChg>
        <pc:spChg chg="mod">
          <ac:chgData name="Hailey Lai" userId="944cc5fd-6b01-4af8-9b76-b2d2313a9f6a" providerId="ADAL" clId="{125009B1-0A62-4CC9-BC1C-AF24A9AA8A60}" dt="2025-11-25T07:10:26.471" v="209" actId="14100"/>
          <ac:spMkLst>
            <pc:docMk/>
            <pc:sldMk cId="1757944357" sldId="273"/>
            <ac:spMk id="4" creationId="{0AE6BA00-4C1B-9998-866B-ACD6111DC82C}"/>
          </ac:spMkLst>
        </pc:spChg>
        <pc:spChg chg="mod">
          <ac:chgData name="Hailey Lai" userId="944cc5fd-6b01-4af8-9b76-b2d2313a9f6a" providerId="ADAL" clId="{125009B1-0A62-4CC9-BC1C-AF24A9AA8A60}" dt="2025-11-25T07:06:58.175" v="43" actId="1076"/>
          <ac:spMkLst>
            <pc:docMk/>
            <pc:sldMk cId="1757944357" sldId="273"/>
            <ac:spMk id="5" creationId="{529A5399-F950-A844-93B6-6F5F04830F25}"/>
          </ac:spMkLst>
        </pc:spChg>
        <pc:spChg chg="add mod">
          <ac:chgData name="Hailey Lai" userId="944cc5fd-6b01-4af8-9b76-b2d2313a9f6a" providerId="ADAL" clId="{125009B1-0A62-4CC9-BC1C-AF24A9AA8A60}" dt="2025-11-25T07:10:05.996" v="204" actId="1076"/>
          <ac:spMkLst>
            <pc:docMk/>
            <pc:sldMk cId="1757944357" sldId="273"/>
            <ac:spMk id="8" creationId="{88348A9F-255B-8667-59C6-0DC7059BB4C9}"/>
          </ac:spMkLst>
        </pc:spChg>
        <pc:spChg chg="add mod">
          <ac:chgData name="Hailey Lai" userId="944cc5fd-6b01-4af8-9b76-b2d2313a9f6a" providerId="ADAL" clId="{125009B1-0A62-4CC9-BC1C-AF24A9AA8A60}" dt="2025-11-25T07:10:23.867" v="208" actId="14100"/>
          <ac:spMkLst>
            <pc:docMk/>
            <pc:sldMk cId="1757944357" sldId="273"/>
            <ac:spMk id="9" creationId="{B036191E-5E64-F3EA-EA6D-FE55389F0275}"/>
          </ac:spMkLst>
        </pc:spChg>
        <pc:picChg chg="add mod">
          <ac:chgData name="Hailey Lai" userId="944cc5fd-6b01-4af8-9b76-b2d2313a9f6a" providerId="ADAL" clId="{125009B1-0A62-4CC9-BC1C-AF24A9AA8A60}" dt="2025-11-25T07:09:38.763" v="193" actId="14100"/>
          <ac:picMkLst>
            <pc:docMk/>
            <pc:sldMk cId="1757944357" sldId="273"/>
            <ac:picMk id="7" creationId="{A044A32D-0921-A552-06A7-F173A39EA31A}"/>
          </ac:picMkLst>
        </pc:picChg>
        <pc:picChg chg="add mod">
          <ac:chgData name="Hailey Lai" userId="944cc5fd-6b01-4af8-9b76-b2d2313a9f6a" providerId="ADAL" clId="{125009B1-0A62-4CC9-BC1C-AF24A9AA8A60}" dt="2025-11-25T07:09:59.623" v="202" actId="465"/>
          <ac:picMkLst>
            <pc:docMk/>
            <pc:sldMk cId="1757944357" sldId="273"/>
            <ac:picMk id="11" creationId="{BF513D75-61F5-6055-2B0A-8810332B7AA7}"/>
          </ac:picMkLst>
        </pc:picChg>
        <pc:picChg chg="add mod">
          <ac:chgData name="Hailey Lai" userId="944cc5fd-6b01-4af8-9b76-b2d2313a9f6a" providerId="ADAL" clId="{125009B1-0A62-4CC9-BC1C-AF24A9AA8A60}" dt="2025-11-25T07:10:01.413" v="203" actId="408"/>
          <ac:picMkLst>
            <pc:docMk/>
            <pc:sldMk cId="1757944357" sldId="273"/>
            <ac:picMk id="13" creationId="{74117406-4B70-D41F-C178-2D9B3A35ACAE}"/>
          </ac:picMkLst>
        </pc:picChg>
        <pc:picChg chg="add mod">
          <ac:chgData name="Hailey Lai" userId="944cc5fd-6b01-4af8-9b76-b2d2313a9f6a" providerId="ADAL" clId="{125009B1-0A62-4CC9-BC1C-AF24A9AA8A60}" dt="2025-11-25T07:09:51.985" v="199" actId="1076"/>
          <ac:picMkLst>
            <pc:docMk/>
            <pc:sldMk cId="1757944357" sldId="273"/>
            <ac:picMk id="15" creationId="{15A399ED-4B00-1232-6B85-54D64C19AE58}"/>
          </ac:picMkLst>
        </pc:picChg>
      </pc:sldChg>
      <pc:sldChg chg="addSp delSp modSp mod">
        <pc:chgData name="Hailey Lai" userId="944cc5fd-6b01-4af8-9b76-b2d2313a9f6a" providerId="ADAL" clId="{125009B1-0A62-4CC9-BC1C-AF24A9AA8A60}" dt="2025-12-03T01:41:09.666" v="1018" actId="20577"/>
        <pc:sldMkLst>
          <pc:docMk/>
          <pc:sldMk cId="4262063232" sldId="275"/>
        </pc:sldMkLst>
        <pc:spChg chg="add del mod">
          <ac:chgData name="Hailey Lai" userId="944cc5fd-6b01-4af8-9b76-b2d2313a9f6a" providerId="ADAL" clId="{125009B1-0A62-4CC9-BC1C-AF24A9AA8A60}" dt="2025-12-03T01:41:09.666" v="1018" actId="20577"/>
          <ac:spMkLst>
            <pc:docMk/>
            <pc:sldMk cId="4262063232" sldId="275"/>
            <ac:spMk id="4" creationId="{B306EB99-A499-8152-6BB6-296278A0E1DE}"/>
          </ac:spMkLst>
        </pc:spChg>
        <pc:graphicFrameChg chg="mod modGraphic">
          <ac:chgData name="Hailey Lai" userId="944cc5fd-6b01-4af8-9b76-b2d2313a9f6a" providerId="ADAL" clId="{125009B1-0A62-4CC9-BC1C-AF24A9AA8A60}" dt="2025-12-03T01:40:59.440" v="1012" actId="20577"/>
          <ac:graphicFrameMkLst>
            <pc:docMk/>
            <pc:sldMk cId="4262063232" sldId="275"/>
            <ac:graphicFrameMk id="2" creationId="{3E9F4E56-8BFE-8789-208A-4BCD0351C429}"/>
          </ac:graphicFrameMkLst>
        </pc:graphicFrameChg>
      </pc:sldChg>
      <pc:sldChg chg="addSp modSp mod">
        <pc:chgData name="Hailey Lai" userId="944cc5fd-6b01-4af8-9b76-b2d2313a9f6a" providerId="ADAL" clId="{125009B1-0A62-4CC9-BC1C-AF24A9AA8A60}" dt="2025-12-04T09:20:38.750" v="1127" actId="20577"/>
        <pc:sldMkLst>
          <pc:docMk/>
          <pc:sldMk cId="1367784942" sldId="276"/>
        </pc:sldMkLst>
        <pc:spChg chg="add mod">
          <ac:chgData name="Hailey Lai" userId="944cc5fd-6b01-4af8-9b76-b2d2313a9f6a" providerId="ADAL" clId="{125009B1-0A62-4CC9-BC1C-AF24A9AA8A60}" dt="2025-12-03T01:41:14.657" v="1019"/>
          <ac:spMkLst>
            <pc:docMk/>
            <pc:sldMk cId="1367784942" sldId="276"/>
            <ac:spMk id="4" creationId="{A90772E7-F6E0-6BCF-0B0C-62500B7DC399}"/>
          </ac:spMkLst>
        </pc:spChg>
        <pc:graphicFrameChg chg="mod modGraphic">
          <ac:chgData name="Hailey Lai" userId="944cc5fd-6b01-4af8-9b76-b2d2313a9f6a" providerId="ADAL" clId="{125009B1-0A62-4CC9-BC1C-AF24A9AA8A60}" dt="2025-12-04T09:20:38.750" v="1127" actId="20577"/>
          <ac:graphicFrameMkLst>
            <pc:docMk/>
            <pc:sldMk cId="1367784942" sldId="276"/>
            <ac:graphicFrameMk id="2" creationId="{FEE82BC4-6B2E-E52F-8742-7134ABD9D219}"/>
          </ac:graphicFrameMkLst>
        </pc:graphicFrameChg>
      </pc:sldChg>
      <pc:sldChg chg="addSp delSp modSp mod">
        <pc:chgData name="Hailey Lai" userId="944cc5fd-6b01-4af8-9b76-b2d2313a9f6a" providerId="ADAL" clId="{125009B1-0A62-4CC9-BC1C-AF24A9AA8A60}" dt="2025-11-25T07:13:13.188" v="289" actId="1037"/>
        <pc:sldMkLst>
          <pc:docMk/>
          <pc:sldMk cId="522630862" sldId="277"/>
        </pc:sldMkLst>
        <pc:picChg chg="add mod">
          <ac:chgData name="Hailey Lai" userId="944cc5fd-6b01-4af8-9b76-b2d2313a9f6a" providerId="ADAL" clId="{125009B1-0A62-4CC9-BC1C-AF24A9AA8A60}" dt="2025-11-25T07:13:13.188" v="289" actId="1037"/>
          <ac:picMkLst>
            <pc:docMk/>
            <pc:sldMk cId="522630862" sldId="277"/>
            <ac:picMk id="4" creationId="{3B8AF256-24E2-33EA-033C-E6DB79A5A909}"/>
          </ac:picMkLst>
        </pc:picChg>
        <pc:picChg chg="add mod">
          <ac:chgData name="Hailey Lai" userId="944cc5fd-6b01-4af8-9b76-b2d2313a9f6a" providerId="ADAL" clId="{125009B1-0A62-4CC9-BC1C-AF24A9AA8A60}" dt="2025-11-25T07:13:13.188" v="289" actId="1037"/>
          <ac:picMkLst>
            <pc:docMk/>
            <pc:sldMk cId="522630862" sldId="277"/>
            <ac:picMk id="6" creationId="{D0DF3FA5-B2D1-0D56-7B65-7D63D8259AC2}"/>
          </ac:picMkLst>
        </pc:picChg>
        <pc:picChg chg="add mod">
          <ac:chgData name="Hailey Lai" userId="944cc5fd-6b01-4af8-9b76-b2d2313a9f6a" providerId="ADAL" clId="{125009B1-0A62-4CC9-BC1C-AF24A9AA8A60}" dt="2025-11-25T07:13:13.188" v="289" actId="1037"/>
          <ac:picMkLst>
            <pc:docMk/>
            <pc:sldMk cId="522630862" sldId="277"/>
            <ac:picMk id="8" creationId="{6957D859-0848-4F13-BFC2-8FE2BC4BAD5B}"/>
          </ac:picMkLst>
        </pc:picChg>
      </pc:sldChg>
      <pc:sldChg chg="addSp modSp mod">
        <pc:chgData name="Hailey Lai" userId="944cc5fd-6b01-4af8-9b76-b2d2313a9f6a" providerId="ADAL" clId="{125009B1-0A62-4CC9-BC1C-AF24A9AA8A60}" dt="2025-11-25T07:15:14.785" v="330" actId="1076"/>
        <pc:sldMkLst>
          <pc:docMk/>
          <pc:sldMk cId="1235145535" sldId="278"/>
        </pc:sldMkLst>
        <pc:spChg chg="mod">
          <ac:chgData name="Hailey Lai" userId="944cc5fd-6b01-4af8-9b76-b2d2313a9f6a" providerId="ADAL" clId="{125009B1-0A62-4CC9-BC1C-AF24A9AA8A60}" dt="2025-11-25T07:15:07.707" v="329" actId="1076"/>
          <ac:spMkLst>
            <pc:docMk/>
            <pc:sldMk cId="1235145535" sldId="278"/>
            <ac:spMk id="2" creationId="{54C2B084-37DF-0F40-A070-3CA327BE58F9}"/>
          </ac:spMkLst>
        </pc:spChg>
        <pc:spChg chg="mod">
          <ac:chgData name="Hailey Lai" userId="944cc5fd-6b01-4af8-9b76-b2d2313a9f6a" providerId="ADAL" clId="{125009B1-0A62-4CC9-BC1C-AF24A9AA8A60}" dt="2025-11-25T07:15:14.785" v="330" actId="1076"/>
          <ac:spMkLst>
            <pc:docMk/>
            <pc:sldMk cId="1235145535" sldId="278"/>
            <ac:spMk id="3" creationId="{0F6FE03F-87A4-8478-8202-2C2BB7836C3B}"/>
          </ac:spMkLst>
        </pc:spChg>
        <pc:spChg chg="mod">
          <ac:chgData name="Hailey Lai" userId="944cc5fd-6b01-4af8-9b76-b2d2313a9f6a" providerId="ADAL" clId="{125009B1-0A62-4CC9-BC1C-AF24A9AA8A60}" dt="2025-11-25T07:14:53.561" v="326" actId="14100"/>
          <ac:spMkLst>
            <pc:docMk/>
            <pc:sldMk cId="1235145535" sldId="278"/>
            <ac:spMk id="4" creationId="{C8DA414E-B69A-0F40-782B-21C03F9A0DE5}"/>
          </ac:spMkLst>
        </pc:spChg>
        <pc:spChg chg="mod">
          <ac:chgData name="Hailey Lai" userId="944cc5fd-6b01-4af8-9b76-b2d2313a9f6a" providerId="ADAL" clId="{125009B1-0A62-4CC9-BC1C-AF24A9AA8A60}" dt="2025-11-25T07:15:14.785" v="330" actId="1076"/>
          <ac:spMkLst>
            <pc:docMk/>
            <pc:sldMk cId="1235145535" sldId="278"/>
            <ac:spMk id="5" creationId="{8FA7649E-6E3C-4ABA-0F84-CB5CB9B79448}"/>
          </ac:spMkLst>
        </pc:spChg>
        <pc:spChg chg="add mod">
          <ac:chgData name="Hailey Lai" userId="944cc5fd-6b01-4af8-9b76-b2d2313a9f6a" providerId="ADAL" clId="{125009B1-0A62-4CC9-BC1C-AF24A9AA8A60}" dt="2025-11-25T07:14:40.345" v="314" actId="1076"/>
          <ac:spMkLst>
            <pc:docMk/>
            <pc:sldMk cId="1235145535" sldId="278"/>
            <ac:spMk id="8" creationId="{EBEE479F-01BD-7F94-4863-728A61E77FE1}"/>
          </ac:spMkLst>
        </pc:spChg>
        <pc:picChg chg="add mod">
          <ac:chgData name="Hailey Lai" userId="944cc5fd-6b01-4af8-9b76-b2d2313a9f6a" providerId="ADAL" clId="{125009B1-0A62-4CC9-BC1C-AF24A9AA8A60}" dt="2025-11-25T07:14:59.619" v="327" actId="1076"/>
          <ac:picMkLst>
            <pc:docMk/>
            <pc:sldMk cId="1235145535" sldId="278"/>
            <ac:picMk id="7" creationId="{F17E880B-E339-5C08-40F6-39DE95E0A518}"/>
          </ac:picMkLst>
        </pc:picChg>
        <pc:picChg chg="add mod">
          <ac:chgData name="Hailey Lai" userId="944cc5fd-6b01-4af8-9b76-b2d2313a9f6a" providerId="ADAL" clId="{125009B1-0A62-4CC9-BC1C-AF24A9AA8A60}" dt="2025-11-25T07:14:29.891" v="308" actId="14100"/>
          <ac:picMkLst>
            <pc:docMk/>
            <pc:sldMk cId="1235145535" sldId="278"/>
            <ac:picMk id="10" creationId="{31E7A485-AA52-6EA9-2786-A6A510D023CE}"/>
          </ac:picMkLst>
        </pc:picChg>
        <pc:picChg chg="add mod">
          <ac:chgData name="Hailey Lai" userId="944cc5fd-6b01-4af8-9b76-b2d2313a9f6a" providerId="ADAL" clId="{125009B1-0A62-4CC9-BC1C-AF24A9AA8A60}" dt="2025-11-25T07:14:36.317" v="313" actId="14100"/>
          <ac:picMkLst>
            <pc:docMk/>
            <pc:sldMk cId="1235145535" sldId="278"/>
            <ac:picMk id="12" creationId="{001D78E9-AE3F-EE1F-39E8-8D84FD9B3589}"/>
          </ac:picMkLst>
        </pc:picChg>
      </pc:sldChg>
      <pc:sldChg chg="addSp delSp modSp mod">
        <pc:chgData name="Hailey Lai" userId="944cc5fd-6b01-4af8-9b76-b2d2313a9f6a" providerId="ADAL" clId="{125009B1-0A62-4CC9-BC1C-AF24A9AA8A60}" dt="2025-11-25T07:18:11.748" v="364" actId="1076"/>
        <pc:sldMkLst>
          <pc:docMk/>
          <pc:sldMk cId="1667534823" sldId="279"/>
        </pc:sldMkLst>
        <pc:picChg chg="add mod">
          <ac:chgData name="Hailey Lai" userId="944cc5fd-6b01-4af8-9b76-b2d2313a9f6a" providerId="ADAL" clId="{125009B1-0A62-4CC9-BC1C-AF24A9AA8A60}" dt="2025-11-25T07:18:11.748" v="364" actId="1076"/>
          <ac:picMkLst>
            <pc:docMk/>
            <pc:sldMk cId="1667534823" sldId="279"/>
            <ac:picMk id="4" creationId="{616271D3-5357-9A03-B374-892A5BB8E9C2}"/>
          </ac:picMkLst>
        </pc:picChg>
        <pc:picChg chg="add mod">
          <ac:chgData name="Hailey Lai" userId="944cc5fd-6b01-4af8-9b76-b2d2313a9f6a" providerId="ADAL" clId="{125009B1-0A62-4CC9-BC1C-AF24A9AA8A60}" dt="2025-11-25T07:18:11.748" v="364" actId="1076"/>
          <ac:picMkLst>
            <pc:docMk/>
            <pc:sldMk cId="1667534823" sldId="279"/>
            <ac:picMk id="6" creationId="{9AC94D84-9CD1-92E5-B685-B0D69C27CAA0}"/>
          </ac:picMkLst>
        </pc:picChg>
        <pc:picChg chg="add mod">
          <ac:chgData name="Hailey Lai" userId="944cc5fd-6b01-4af8-9b76-b2d2313a9f6a" providerId="ADAL" clId="{125009B1-0A62-4CC9-BC1C-AF24A9AA8A60}" dt="2025-11-25T07:18:11.748" v="364" actId="1076"/>
          <ac:picMkLst>
            <pc:docMk/>
            <pc:sldMk cId="1667534823" sldId="279"/>
            <ac:picMk id="8" creationId="{8D9A38D9-499E-721E-7CB3-7968153D73BD}"/>
          </ac:picMkLst>
        </pc:picChg>
      </pc:sldChg>
      <pc:sldChg chg="addSp delSp modSp mod">
        <pc:chgData name="Hailey Lai" userId="944cc5fd-6b01-4af8-9b76-b2d2313a9f6a" providerId="ADAL" clId="{125009B1-0A62-4CC9-BC1C-AF24A9AA8A60}" dt="2025-11-25T07:18:57.648" v="398" actId="1076"/>
        <pc:sldMkLst>
          <pc:docMk/>
          <pc:sldMk cId="3434322610" sldId="280"/>
        </pc:sldMkLst>
        <pc:picChg chg="add mod">
          <ac:chgData name="Hailey Lai" userId="944cc5fd-6b01-4af8-9b76-b2d2313a9f6a" providerId="ADAL" clId="{125009B1-0A62-4CC9-BC1C-AF24A9AA8A60}" dt="2025-11-25T07:18:53.037" v="396" actId="1076"/>
          <ac:picMkLst>
            <pc:docMk/>
            <pc:sldMk cId="3434322610" sldId="280"/>
            <ac:picMk id="4" creationId="{8348FABB-305B-DF3A-DCB5-9813EC291334}"/>
          </ac:picMkLst>
        </pc:picChg>
        <pc:picChg chg="add mod">
          <ac:chgData name="Hailey Lai" userId="944cc5fd-6b01-4af8-9b76-b2d2313a9f6a" providerId="ADAL" clId="{125009B1-0A62-4CC9-BC1C-AF24A9AA8A60}" dt="2025-11-25T07:18:54.745" v="397" actId="1076"/>
          <ac:picMkLst>
            <pc:docMk/>
            <pc:sldMk cId="3434322610" sldId="280"/>
            <ac:picMk id="6" creationId="{A9148E2D-7F52-80FD-4DE8-AD29E495758C}"/>
          </ac:picMkLst>
        </pc:picChg>
        <pc:picChg chg="add mod">
          <ac:chgData name="Hailey Lai" userId="944cc5fd-6b01-4af8-9b76-b2d2313a9f6a" providerId="ADAL" clId="{125009B1-0A62-4CC9-BC1C-AF24A9AA8A60}" dt="2025-11-25T07:18:57.648" v="398" actId="1076"/>
          <ac:picMkLst>
            <pc:docMk/>
            <pc:sldMk cId="3434322610" sldId="280"/>
            <ac:picMk id="8" creationId="{3753B8C9-A62E-8087-3951-D4D3A27467C0}"/>
          </ac:picMkLst>
        </pc:picChg>
      </pc:sldChg>
      <pc:sldChg chg="addSp modSp mod">
        <pc:chgData name="Hailey Lai" userId="944cc5fd-6b01-4af8-9b76-b2d2313a9f6a" providerId="ADAL" clId="{125009B1-0A62-4CC9-BC1C-AF24A9AA8A60}" dt="2025-11-25T07:23:59.951" v="416" actId="1076"/>
        <pc:sldMkLst>
          <pc:docMk/>
          <pc:sldMk cId="951309763" sldId="281"/>
        </pc:sldMkLst>
        <pc:spChg chg="mod">
          <ac:chgData name="Hailey Lai" userId="944cc5fd-6b01-4af8-9b76-b2d2313a9f6a" providerId="ADAL" clId="{125009B1-0A62-4CC9-BC1C-AF24A9AA8A60}" dt="2025-11-25T07:23:47.679" v="411" actId="1076"/>
          <ac:spMkLst>
            <pc:docMk/>
            <pc:sldMk cId="951309763" sldId="281"/>
            <ac:spMk id="3" creationId="{1BFD3791-3432-D976-A748-79D5AD30B890}"/>
          </ac:spMkLst>
        </pc:spChg>
        <pc:spChg chg="mod">
          <ac:chgData name="Hailey Lai" userId="944cc5fd-6b01-4af8-9b76-b2d2313a9f6a" providerId="ADAL" clId="{125009B1-0A62-4CC9-BC1C-AF24A9AA8A60}" dt="2025-11-25T07:23:59.951" v="416" actId="1076"/>
          <ac:spMkLst>
            <pc:docMk/>
            <pc:sldMk cId="951309763" sldId="281"/>
            <ac:spMk id="4" creationId="{C0F7419B-2DFD-E841-CC04-6E5B09EFF365}"/>
          </ac:spMkLst>
        </pc:spChg>
        <pc:spChg chg="mod">
          <ac:chgData name="Hailey Lai" userId="944cc5fd-6b01-4af8-9b76-b2d2313a9f6a" providerId="ADAL" clId="{125009B1-0A62-4CC9-BC1C-AF24A9AA8A60}" dt="2025-11-25T07:23:49.357" v="412" actId="1076"/>
          <ac:spMkLst>
            <pc:docMk/>
            <pc:sldMk cId="951309763" sldId="281"/>
            <ac:spMk id="5" creationId="{F678D1AF-F9BA-E85B-D990-F4D0D89FC737}"/>
          </ac:spMkLst>
        </pc:spChg>
        <pc:picChg chg="add mod">
          <ac:chgData name="Hailey Lai" userId="944cc5fd-6b01-4af8-9b76-b2d2313a9f6a" providerId="ADAL" clId="{125009B1-0A62-4CC9-BC1C-AF24A9AA8A60}" dt="2025-11-25T07:23:46.157" v="410" actId="1076"/>
          <ac:picMkLst>
            <pc:docMk/>
            <pc:sldMk cId="951309763" sldId="281"/>
            <ac:picMk id="7" creationId="{61453124-79D3-0DE9-5A62-4D0F72FE972B}"/>
          </ac:picMkLst>
        </pc:picChg>
        <pc:picChg chg="add mod">
          <ac:chgData name="Hailey Lai" userId="944cc5fd-6b01-4af8-9b76-b2d2313a9f6a" providerId="ADAL" clId="{125009B1-0A62-4CC9-BC1C-AF24A9AA8A60}" dt="2025-11-25T07:23:44.934" v="409" actId="14100"/>
          <ac:picMkLst>
            <pc:docMk/>
            <pc:sldMk cId="951309763" sldId="281"/>
            <ac:picMk id="9" creationId="{ACEC369D-D011-9914-D71F-A88C9CC9FDCD}"/>
          </ac:picMkLst>
        </pc:picChg>
      </pc:sldChg>
      <pc:sldChg chg="addSp delSp modSp mod">
        <pc:chgData name="Hailey Lai" userId="944cc5fd-6b01-4af8-9b76-b2d2313a9f6a" providerId="ADAL" clId="{125009B1-0A62-4CC9-BC1C-AF24A9AA8A60}" dt="2025-11-26T08:57:10.136" v="440" actId="1076"/>
        <pc:sldMkLst>
          <pc:docMk/>
          <pc:sldMk cId="3228310566" sldId="282"/>
        </pc:sldMkLst>
        <pc:picChg chg="add mod">
          <ac:chgData name="Hailey Lai" userId="944cc5fd-6b01-4af8-9b76-b2d2313a9f6a" providerId="ADAL" clId="{125009B1-0A62-4CC9-BC1C-AF24A9AA8A60}" dt="2025-11-26T08:57:10.136" v="440" actId="1076"/>
          <ac:picMkLst>
            <pc:docMk/>
            <pc:sldMk cId="3228310566" sldId="282"/>
            <ac:picMk id="4" creationId="{74EA4BD2-969F-DDF1-F974-711F4FED9946}"/>
          </ac:picMkLst>
        </pc:picChg>
        <pc:picChg chg="add mod">
          <ac:chgData name="Hailey Lai" userId="944cc5fd-6b01-4af8-9b76-b2d2313a9f6a" providerId="ADAL" clId="{125009B1-0A62-4CC9-BC1C-AF24A9AA8A60}" dt="2025-11-26T08:57:10.136" v="440" actId="1076"/>
          <ac:picMkLst>
            <pc:docMk/>
            <pc:sldMk cId="3228310566" sldId="282"/>
            <ac:picMk id="6" creationId="{50EF3329-38B0-3EAA-9F59-B9A895B6D0A0}"/>
          </ac:picMkLst>
        </pc:picChg>
        <pc:picChg chg="add mod">
          <ac:chgData name="Hailey Lai" userId="944cc5fd-6b01-4af8-9b76-b2d2313a9f6a" providerId="ADAL" clId="{125009B1-0A62-4CC9-BC1C-AF24A9AA8A60}" dt="2025-11-26T08:57:10.136" v="440" actId="1076"/>
          <ac:picMkLst>
            <pc:docMk/>
            <pc:sldMk cId="3228310566" sldId="282"/>
            <ac:picMk id="8" creationId="{B61AD6D9-91F3-BE76-14FB-42779B2B2D2C}"/>
          </ac:picMkLst>
        </pc:picChg>
      </pc:sldChg>
      <pc:sldChg chg="addSp modSp mod">
        <pc:chgData name="Hailey Lai" userId="944cc5fd-6b01-4af8-9b76-b2d2313a9f6a" providerId="ADAL" clId="{125009B1-0A62-4CC9-BC1C-AF24A9AA8A60}" dt="2025-11-26T08:57:56.251" v="465" actId="1076"/>
        <pc:sldMkLst>
          <pc:docMk/>
          <pc:sldMk cId="565801392" sldId="283"/>
        </pc:sldMkLst>
        <pc:picChg chg="add mod">
          <ac:chgData name="Hailey Lai" userId="944cc5fd-6b01-4af8-9b76-b2d2313a9f6a" providerId="ADAL" clId="{125009B1-0A62-4CC9-BC1C-AF24A9AA8A60}" dt="2025-11-26T08:57:56.251" v="465" actId="1076"/>
          <ac:picMkLst>
            <pc:docMk/>
            <pc:sldMk cId="565801392" sldId="283"/>
            <ac:picMk id="4" creationId="{820F99D1-3FE0-8780-5C2C-77725C679A76}"/>
          </ac:picMkLst>
        </pc:picChg>
        <pc:picChg chg="add mod">
          <ac:chgData name="Hailey Lai" userId="944cc5fd-6b01-4af8-9b76-b2d2313a9f6a" providerId="ADAL" clId="{125009B1-0A62-4CC9-BC1C-AF24A9AA8A60}" dt="2025-11-26T08:57:56.251" v="465" actId="1076"/>
          <ac:picMkLst>
            <pc:docMk/>
            <pc:sldMk cId="565801392" sldId="283"/>
            <ac:picMk id="6" creationId="{34D5DCFF-6D8A-F237-7399-511B171B7191}"/>
          </ac:picMkLst>
        </pc:picChg>
        <pc:picChg chg="add mod">
          <ac:chgData name="Hailey Lai" userId="944cc5fd-6b01-4af8-9b76-b2d2313a9f6a" providerId="ADAL" clId="{125009B1-0A62-4CC9-BC1C-AF24A9AA8A60}" dt="2025-11-26T08:57:56.251" v="465" actId="1076"/>
          <ac:picMkLst>
            <pc:docMk/>
            <pc:sldMk cId="565801392" sldId="283"/>
            <ac:picMk id="8" creationId="{B6C4697B-2792-E843-75FA-D5479E1BC984}"/>
          </ac:picMkLst>
        </pc:picChg>
        <pc:picChg chg="add mod">
          <ac:chgData name="Hailey Lai" userId="944cc5fd-6b01-4af8-9b76-b2d2313a9f6a" providerId="ADAL" clId="{125009B1-0A62-4CC9-BC1C-AF24A9AA8A60}" dt="2025-11-26T08:57:56.251" v="465" actId="1076"/>
          <ac:picMkLst>
            <pc:docMk/>
            <pc:sldMk cId="565801392" sldId="283"/>
            <ac:picMk id="10" creationId="{BFB7FB26-65BF-3A7B-A426-42D27E019B19}"/>
          </ac:picMkLst>
        </pc:picChg>
      </pc:sldChg>
      <pc:sldChg chg="addSp delSp modSp mod">
        <pc:chgData name="Hailey Lai" userId="944cc5fd-6b01-4af8-9b76-b2d2313a9f6a" providerId="ADAL" clId="{125009B1-0A62-4CC9-BC1C-AF24A9AA8A60}" dt="2025-12-03T01:42:16.907" v="1022"/>
        <pc:sldMkLst>
          <pc:docMk/>
          <pc:sldMk cId="3902695834" sldId="284"/>
        </pc:sldMkLst>
        <pc:spChg chg="mod">
          <ac:chgData name="Hailey Lai" userId="944cc5fd-6b01-4af8-9b76-b2d2313a9f6a" providerId="ADAL" clId="{125009B1-0A62-4CC9-BC1C-AF24A9AA8A60}" dt="2025-12-03T01:27:08.449" v="817" actId="1076"/>
          <ac:spMkLst>
            <pc:docMk/>
            <pc:sldMk cId="3902695834" sldId="284"/>
            <ac:spMk id="4" creationId="{FAF06942-8161-85D0-2E93-D3A773A668D3}"/>
          </ac:spMkLst>
        </pc:spChg>
        <pc:spChg chg="add mod">
          <ac:chgData name="Hailey Lai" userId="944cc5fd-6b01-4af8-9b76-b2d2313a9f6a" providerId="ADAL" clId="{125009B1-0A62-4CC9-BC1C-AF24A9AA8A60}" dt="2025-12-03T01:42:16.907" v="1022"/>
          <ac:spMkLst>
            <pc:docMk/>
            <pc:sldMk cId="3902695834" sldId="284"/>
            <ac:spMk id="6" creationId="{0DE67513-F503-C00B-FFFB-843C034BD1CA}"/>
          </ac:spMkLst>
        </pc:spChg>
        <pc:picChg chg="add mod">
          <ac:chgData name="Hailey Lai" userId="944cc5fd-6b01-4af8-9b76-b2d2313a9f6a" providerId="ADAL" clId="{125009B1-0A62-4CC9-BC1C-AF24A9AA8A60}" dt="2025-11-26T09:05:51.955" v="694" actId="1076"/>
          <ac:picMkLst>
            <pc:docMk/>
            <pc:sldMk cId="3902695834" sldId="284"/>
            <ac:picMk id="7" creationId="{7AF0BC6F-E3F9-3E60-A642-CAABCA7561B9}"/>
          </ac:picMkLst>
        </pc:picChg>
        <pc:picChg chg="add mod">
          <ac:chgData name="Hailey Lai" userId="944cc5fd-6b01-4af8-9b76-b2d2313a9f6a" providerId="ADAL" clId="{125009B1-0A62-4CC9-BC1C-AF24A9AA8A60}" dt="2025-12-03T01:26:59.907" v="811" actId="14100"/>
          <ac:picMkLst>
            <pc:docMk/>
            <pc:sldMk cId="3902695834" sldId="284"/>
            <ac:picMk id="9" creationId="{1213F105-F81C-CDDC-F796-FA459C47299F}"/>
          </ac:picMkLst>
        </pc:picChg>
        <pc:picChg chg="add mod">
          <ac:chgData name="Hailey Lai" userId="944cc5fd-6b01-4af8-9b76-b2d2313a9f6a" providerId="ADAL" clId="{125009B1-0A62-4CC9-BC1C-AF24A9AA8A60}" dt="2025-12-03T01:27:03.230" v="814" actId="1076"/>
          <ac:picMkLst>
            <pc:docMk/>
            <pc:sldMk cId="3902695834" sldId="284"/>
            <ac:picMk id="11" creationId="{6425D777-A8F3-B3D7-C0C8-66EF4B5186C3}"/>
          </ac:picMkLst>
        </pc:picChg>
        <pc:picChg chg="add del mod">
          <ac:chgData name="Hailey Lai" userId="944cc5fd-6b01-4af8-9b76-b2d2313a9f6a" providerId="ADAL" clId="{125009B1-0A62-4CC9-BC1C-AF24A9AA8A60}" dt="2025-12-03T01:26:45.022" v="806" actId="478"/>
          <ac:picMkLst>
            <pc:docMk/>
            <pc:sldMk cId="3902695834" sldId="284"/>
            <ac:picMk id="13" creationId="{AE6B5B11-F5E5-E6EA-315E-08BE54327B59}"/>
          </ac:picMkLst>
        </pc:picChg>
      </pc:sldChg>
      <pc:sldChg chg="addSp delSp modSp mod">
        <pc:chgData name="Hailey Lai" userId="944cc5fd-6b01-4af8-9b76-b2d2313a9f6a" providerId="ADAL" clId="{125009B1-0A62-4CC9-BC1C-AF24A9AA8A60}" dt="2025-12-03T01:29:29.170" v="916" actId="1076"/>
        <pc:sldMkLst>
          <pc:docMk/>
          <pc:sldMk cId="3901013578" sldId="285"/>
        </pc:sldMkLst>
        <pc:spChg chg="mod">
          <ac:chgData name="Hailey Lai" userId="944cc5fd-6b01-4af8-9b76-b2d2313a9f6a" providerId="ADAL" clId="{125009B1-0A62-4CC9-BC1C-AF24A9AA8A60}" dt="2025-12-03T01:28:22.637" v="859" actId="20577"/>
          <ac:spMkLst>
            <pc:docMk/>
            <pc:sldMk cId="3901013578" sldId="285"/>
            <ac:spMk id="3" creationId="{C9F0228E-C4DB-1AB8-C2C8-8DA338C53D35}"/>
          </ac:spMkLst>
        </pc:spChg>
        <pc:picChg chg="add mod">
          <ac:chgData name="Hailey Lai" userId="944cc5fd-6b01-4af8-9b76-b2d2313a9f6a" providerId="ADAL" clId="{125009B1-0A62-4CC9-BC1C-AF24A9AA8A60}" dt="2025-12-03T01:29:23.102" v="911" actId="1076"/>
          <ac:picMkLst>
            <pc:docMk/>
            <pc:sldMk cId="3901013578" sldId="285"/>
            <ac:picMk id="4" creationId="{3852BE50-8A3C-A72D-DBD1-00ADE9CDF916}"/>
          </ac:picMkLst>
        </pc:picChg>
        <pc:picChg chg="add mod">
          <ac:chgData name="Hailey Lai" userId="944cc5fd-6b01-4af8-9b76-b2d2313a9f6a" providerId="ADAL" clId="{125009B1-0A62-4CC9-BC1C-AF24A9AA8A60}" dt="2025-12-03T01:29:24.072" v="912" actId="1076"/>
          <ac:picMkLst>
            <pc:docMk/>
            <pc:sldMk cId="3901013578" sldId="285"/>
            <ac:picMk id="6" creationId="{95408DA8-702D-BC4B-1E75-CA2111674AB5}"/>
          </ac:picMkLst>
        </pc:picChg>
        <pc:picChg chg="add del mod">
          <ac:chgData name="Hailey Lai" userId="944cc5fd-6b01-4af8-9b76-b2d2313a9f6a" providerId="ADAL" clId="{125009B1-0A62-4CC9-BC1C-AF24A9AA8A60}" dt="2025-12-03T01:29:16.196" v="908" actId="478"/>
          <ac:picMkLst>
            <pc:docMk/>
            <pc:sldMk cId="3901013578" sldId="285"/>
            <ac:picMk id="8" creationId="{7CA409FC-F442-C1A3-A091-F0A5D04E8C83}"/>
          </ac:picMkLst>
        </pc:picChg>
        <pc:picChg chg="add mod">
          <ac:chgData name="Hailey Lai" userId="944cc5fd-6b01-4af8-9b76-b2d2313a9f6a" providerId="ADAL" clId="{125009B1-0A62-4CC9-BC1C-AF24A9AA8A60}" dt="2025-12-03T01:29:27.686" v="915" actId="1076"/>
          <ac:picMkLst>
            <pc:docMk/>
            <pc:sldMk cId="3901013578" sldId="285"/>
            <ac:picMk id="10" creationId="{877A65AA-AB6E-3287-B402-50BEE5A2048E}"/>
          </ac:picMkLst>
        </pc:picChg>
        <pc:picChg chg="add mod">
          <ac:chgData name="Hailey Lai" userId="944cc5fd-6b01-4af8-9b76-b2d2313a9f6a" providerId="ADAL" clId="{125009B1-0A62-4CC9-BC1C-AF24A9AA8A60}" dt="2025-12-03T01:29:29.170" v="916" actId="1076"/>
          <ac:picMkLst>
            <pc:docMk/>
            <pc:sldMk cId="3901013578" sldId="285"/>
            <ac:picMk id="12" creationId="{71224B26-8114-F2B8-47A1-046503731570}"/>
          </ac:picMkLst>
        </pc:picChg>
      </pc:sldChg>
      <pc:sldChg chg="addSp modSp mod">
        <pc:chgData name="Hailey Lai" userId="944cc5fd-6b01-4af8-9b76-b2d2313a9f6a" providerId="ADAL" clId="{125009B1-0A62-4CC9-BC1C-AF24A9AA8A60}" dt="2025-12-03T01:39:45.708" v="992"/>
        <pc:sldMkLst>
          <pc:docMk/>
          <pc:sldMk cId="3962956235" sldId="286"/>
        </pc:sldMkLst>
        <pc:spChg chg="mod">
          <ac:chgData name="Hailey Lai" userId="944cc5fd-6b01-4af8-9b76-b2d2313a9f6a" providerId="ADAL" clId="{125009B1-0A62-4CC9-BC1C-AF24A9AA8A60}" dt="2025-12-03T01:39:45.708" v="992"/>
          <ac:spMkLst>
            <pc:docMk/>
            <pc:sldMk cId="3962956235" sldId="286"/>
            <ac:spMk id="3" creationId="{9C3F2C2D-7130-47C6-3298-1DAF4C815CC6}"/>
          </ac:spMkLst>
        </pc:spChg>
        <pc:picChg chg="add mod">
          <ac:chgData name="Hailey Lai" userId="944cc5fd-6b01-4af8-9b76-b2d2313a9f6a" providerId="ADAL" clId="{125009B1-0A62-4CC9-BC1C-AF24A9AA8A60}" dt="2025-12-03T01:29:41.926" v="917" actId="1076"/>
          <ac:picMkLst>
            <pc:docMk/>
            <pc:sldMk cId="3962956235" sldId="286"/>
            <ac:picMk id="4" creationId="{97A305A4-5A16-D204-A45C-FDD44D2935B2}"/>
          </ac:picMkLst>
        </pc:picChg>
        <pc:picChg chg="add mod">
          <ac:chgData name="Hailey Lai" userId="944cc5fd-6b01-4af8-9b76-b2d2313a9f6a" providerId="ADAL" clId="{125009B1-0A62-4CC9-BC1C-AF24A9AA8A60}" dt="2025-12-03T01:29:41.926" v="917" actId="1076"/>
          <ac:picMkLst>
            <pc:docMk/>
            <pc:sldMk cId="3962956235" sldId="286"/>
            <ac:picMk id="6" creationId="{B897D375-7704-18FA-0FCF-BAB9D27E3427}"/>
          </ac:picMkLst>
        </pc:picChg>
        <pc:picChg chg="add mod">
          <ac:chgData name="Hailey Lai" userId="944cc5fd-6b01-4af8-9b76-b2d2313a9f6a" providerId="ADAL" clId="{125009B1-0A62-4CC9-BC1C-AF24A9AA8A60}" dt="2025-12-03T01:29:41.926" v="917" actId="1076"/>
          <ac:picMkLst>
            <pc:docMk/>
            <pc:sldMk cId="3962956235" sldId="286"/>
            <ac:picMk id="8" creationId="{E3313173-B4AE-1555-5BDC-FF51BB7CC7B2}"/>
          </ac:picMkLst>
        </pc:picChg>
        <pc:picChg chg="add mod">
          <ac:chgData name="Hailey Lai" userId="944cc5fd-6b01-4af8-9b76-b2d2313a9f6a" providerId="ADAL" clId="{125009B1-0A62-4CC9-BC1C-AF24A9AA8A60}" dt="2025-12-03T01:29:41.926" v="917" actId="1076"/>
          <ac:picMkLst>
            <pc:docMk/>
            <pc:sldMk cId="3962956235" sldId="286"/>
            <ac:picMk id="10" creationId="{7908C2E0-A7D8-9AAD-871B-F749A84CB5D4}"/>
          </ac:picMkLst>
        </pc:picChg>
      </pc:sldChg>
      <pc:sldChg chg="addSp delSp modSp add mod">
        <pc:chgData name="Hailey Lai" userId="944cc5fd-6b01-4af8-9b76-b2d2313a9f6a" providerId="ADAL" clId="{125009B1-0A62-4CC9-BC1C-AF24A9AA8A60}" dt="2025-12-03T01:26:18.486" v="794" actId="1076"/>
        <pc:sldMkLst>
          <pc:docMk/>
          <pc:sldMk cId="3096683395" sldId="287"/>
        </pc:sldMkLst>
        <pc:spChg chg="mod">
          <ac:chgData name="Hailey Lai" userId="944cc5fd-6b01-4af8-9b76-b2d2313a9f6a" providerId="ADAL" clId="{125009B1-0A62-4CC9-BC1C-AF24A9AA8A60}" dt="2025-12-03T01:24:27.266" v="725" actId="20577"/>
          <ac:spMkLst>
            <pc:docMk/>
            <pc:sldMk cId="3096683395" sldId="287"/>
            <ac:spMk id="2" creationId="{0C8B60CE-7C54-40D9-3A60-B6936A7DC903}"/>
          </ac:spMkLst>
        </pc:spChg>
        <pc:spChg chg="del">
          <ac:chgData name="Hailey Lai" userId="944cc5fd-6b01-4af8-9b76-b2d2313a9f6a" providerId="ADAL" clId="{125009B1-0A62-4CC9-BC1C-AF24A9AA8A60}" dt="2025-12-03T01:24:14.309" v="698" actId="478"/>
          <ac:spMkLst>
            <pc:docMk/>
            <pc:sldMk cId="3096683395" sldId="287"/>
            <ac:spMk id="3" creationId="{9D6D6EB6-67AE-F78E-5618-6A7E6831A44F}"/>
          </ac:spMkLst>
        </pc:spChg>
        <pc:spChg chg="del">
          <ac:chgData name="Hailey Lai" userId="944cc5fd-6b01-4af8-9b76-b2d2313a9f6a" providerId="ADAL" clId="{125009B1-0A62-4CC9-BC1C-AF24A9AA8A60}" dt="2025-12-03T01:24:15.811" v="699" actId="478"/>
          <ac:spMkLst>
            <pc:docMk/>
            <pc:sldMk cId="3096683395" sldId="287"/>
            <ac:spMk id="4" creationId="{957553C9-865C-2991-C449-4432E0D022CB}"/>
          </ac:spMkLst>
        </pc:spChg>
        <pc:spChg chg="del">
          <ac:chgData name="Hailey Lai" userId="944cc5fd-6b01-4af8-9b76-b2d2313a9f6a" providerId="ADAL" clId="{125009B1-0A62-4CC9-BC1C-AF24A9AA8A60}" dt="2025-12-03T01:24:13.898" v="697" actId="478"/>
          <ac:spMkLst>
            <pc:docMk/>
            <pc:sldMk cId="3096683395" sldId="287"/>
            <ac:spMk id="5" creationId="{0F343854-1454-6274-A425-4A96C792DD56}"/>
          </ac:spMkLst>
        </pc:spChg>
        <pc:picChg chg="del">
          <ac:chgData name="Hailey Lai" userId="944cc5fd-6b01-4af8-9b76-b2d2313a9f6a" providerId="ADAL" clId="{125009B1-0A62-4CC9-BC1C-AF24A9AA8A60}" dt="2025-12-03T01:24:12.600" v="696" actId="478"/>
          <ac:picMkLst>
            <pc:docMk/>
            <pc:sldMk cId="3096683395" sldId="287"/>
            <ac:picMk id="7" creationId="{DDBA5B16-262A-E0A6-7007-53D9059A164A}"/>
          </ac:picMkLst>
        </pc:picChg>
        <pc:picChg chg="add mod">
          <ac:chgData name="Hailey Lai" userId="944cc5fd-6b01-4af8-9b76-b2d2313a9f6a" providerId="ADAL" clId="{125009B1-0A62-4CC9-BC1C-AF24A9AA8A60}" dt="2025-12-03T01:26:18.486" v="794" actId="1076"/>
          <ac:picMkLst>
            <pc:docMk/>
            <pc:sldMk cId="3096683395" sldId="287"/>
            <ac:picMk id="8" creationId="{8115D921-3457-8D5A-E463-5357AE983AF1}"/>
          </ac:picMkLst>
        </pc:picChg>
        <pc:picChg chg="add mod">
          <ac:chgData name="Hailey Lai" userId="944cc5fd-6b01-4af8-9b76-b2d2313a9f6a" providerId="ADAL" clId="{125009B1-0A62-4CC9-BC1C-AF24A9AA8A60}" dt="2025-12-03T01:26:18.486" v="794" actId="1076"/>
          <ac:picMkLst>
            <pc:docMk/>
            <pc:sldMk cId="3096683395" sldId="287"/>
            <ac:picMk id="10" creationId="{FBF1615B-21B1-0E83-600C-CC835870256D}"/>
          </ac:picMkLst>
        </pc:picChg>
        <pc:picChg chg="add mod">
          <ac:chgData name="Hailey Lai" userId="944cc5fd-6b01-4af8-9b76-b2d2313a9f6a" providerId="ADAL" clId="{125009B1-0A62-4CC9-BC1C-AF24A9AA8A60}" dt="2025-12-03T01:26:18.486" v="794" actId="1076"/>
          <ac:picMkLst>
            <pc:docMk/>
            <pc:sldMk cId="3096683395" sldId="287"/>
            <ac:picMk id="12" creationId="{E7DCA3DD-4713-92B4-C765-531CFF03643D}"/>
          </ac:picMkLst>
        </pc:picChg>
        <pc:picChg chg="add mod">
          <ac:chgData name="Hailey Lai" userId="944cc5fd-6b01-4af8-9b76-b2d2313a9f6a" providerId="ADAL" clId="{125009B1-0A62-4CC9-BC1C-AF24A9AA8A60}" dt="2025-12-03T01:26:18.486" v="794" actId="1076"/>
          <ac:picMkLst>
            <pc:docMk/>
            <pc:sldMk cId="3096683395" sldId="287"/>
            <ac:picMk id="14" creationId="{F0A9E229-5D5C-F8C4-BB9F-29BA2410F707}"/>
          </ac:picMkLst>
        </pc:picChg>
        <pc:picChg chg="add mod">
          <ac:chgData name="Hailey Lai" userId="944cc5fd-6b01-4af8-9b76-b2d2313a9f6a" providerId="ADAL" clId="{125009B1-0A62-4CC9-BC1C-AF24A9AA8A60}" dt="2025-12-03T01:26:18.486" v="794" actId="1076"/>
          <ac:picMkLst>
            <pc:docMk/>
            <pc:sldMk cId="3096683395" sldId="287"/>
            <ac:picMk id="16" creationId="{654D0D74-99EC-2894-80F9-81D273FCA698}"/>
          </ac:picMkLst>
        </pc:picChg>
        <pc:picChg chg="add mod">
          <ac:chgData name="Hailey Lai" userId="944cc5fd-6b01-4af8-9b76-b2d2313a9f6a" providerId="ADAL" clId="{125009B1-0A62-4CC9-BC1C-AF24A9AA8A60}" dt="2025-12-03T01:26:18.486" v="794" actId="1076"/>
          <ac:picMkLst>
            <pc:docMk/>
            <pc:sldMk cId="3096683395" sldId="287"/>
            <ac:picMk id="18" creationId="{17E3E2F9-F2FD-21DC-B0A9-70BB120EDD12}"/>
          </ac:picMkLst>
        </pc:picChg>
        <pc:picChg chg="add mod">
          <ac:chgData name="Hailey Lai" userId="944cc5fd-6b01-4af8-9b76-b2d2313a9f6a" providerId="ADAL" clId="{125009B1-0A62-4CC9-BC1C-AF24A9AA8A60}" dt="2025-12-03T01:26:18.486" v="794" actId="1076"/>
          <ac:picMkLst>
            <pc:docMk/>
            <pc:sldMk cId="3096683395" sldId="287"/>
            <ac:picMk id="20" creationId="{5F4EDB24-489E-511D-EEB9-7FC03FECB8C9}"/>
          </ac:picMkLst>
        </pc:picChg>
      </pc:sldChg>
      <pc:sldChg chg="addSp delSp modSp add mod">
        <pc:chgData name="Hailey Lai" userId="944cc5fd-6b01-4af8-9b76-b2d2313a9f6a" providerId="ADAL" clId="{125009B1-0A62-4CC9-BC1C-AF24A9AA8A60}" dt="2025-12-04T09:20:27.489" v="1121" actId="1076"/>
        <pc:sldMkLst>
          <pc:docMk/>
          <pc:sldMk cId="1447372323" sldId="288"/>
        </pc:sldMkLst>
        <pc:spChg chg="mod">
          <ac:chgData name="Hailey Lai" userId="944cc5fd-6b01-4af8-9b76-b2d2313a9f6a" providerId="ADAL" clId="{125009B1-0A62-4CC9-BC1C-AF24A9AA8A60}" dt="2025-12-04T09:16:50.738" v="1030"/>
          <ac:spMkLst>
            <pc:docMk/>
            <pc:sldMk cId="1447372323" sldId="288"/>
            <ac:spMk id="3" creationId="{F49F9962-4AC3-9466-815E-3E6819E3CD58}"/>
          </ac:spMkLst>
        </pc:spChg>
        <pc:picChg chg="del">
          <ac:chgData name="Hailey Lai" userId="944cc5fd-6b01-4af8-9b76-b2d2313a9f6a" providerId="ADAL" clId="{125009B1-0A62-4CC9-BC1C-AF24A9AA8A60}" dt="2025-12-04T09:16:53.146" v="1032" actId="478"/>
          <ac:picMkLst>
            <pc:docMk/>
            <pc:sldMk cId="1447372323" sldId="288"/>
            <ac:picMk id="4" creationId="{2FFB7984-C699-A824-6DA4-7625B29D2777}"/>
          </ac:picMkLst>
        </pc:picChg>
        <pc:picChg chg="add mod">
          <ac:chgData name="Hailey Lai" userId="944cc5fd-6b01-4af8-9b76-b2d2313a9f6a" providerId="ADAL" clId="{125009B1-0A62-4CC9-BC1C-AF24A9AA8A60}" dt="2025-12-04T09:20:27.489" v="1121" actId="1076"/>
          <ac:picMkLst>
            <pc:docMk/>
            <pc:sldMk cId="1447372323" sldId="288"/>
            <ac:picMk id="5" creationId="{0770FAC0-358F-0CCB-F642-39C720C87B76}"/>
          </ac:picMkLst>
        </pc:picChg>
        <pc:picChg chg="del">
          <ac:chgData name="Hailey Lai" userId="944cc5fd-6b01-4af8-9b76-b2d2313a9f6a" providerId="ADAL" clId="{125009B1-0A62-4CC9-BC1C-AF24A9AA8A60}" dt="2025-12-04T09:16:53.428" v="1033" actId="478"/>
          <ac:picMkLst>
            <pc:docMk/>
            <pc:sldMk cId="1447372323" sldId="288"/>
            <ac:picMk id="6" creationId="{A14F19F4-8F15-21D7-2A78-B3070E6EFF6F}"/>
          </ac:picMkLst>
        </pc:picChg>
        <pc:picChg chg="del">
          <ac:chgData name="Hailey Lai" userId="944cc5fd-6b01-4af8-9b76-b2d2313a9f6a" providerId="ADAL" clId="{125009B1-0A62-4CC9-BC1C-AF24A9AA8A60}" dt="2025-12-04T09:16:52.802" v="1031" actId="478"/>
          <ac:picMkLst>
            <pc:docMk/>
            <pc:sldMk cId="1447372323" sldId="288"/>
            <ac:picMk id="8" creationId="{F1A9A5BC-2994-8C63-883B-65890B5A6BA5}"/>
          </ac:picMkLst>
        </pc:picChg>
        <pc:picChg chg="add del mod">
          <ac:chgData name="Hailey Lai" userId="944cc5fd-6b01-4af8-9b76-b2d2313a9f6a" providerId="ADAL" clId="{125009B1-0A62-4CC9-BC1C-AF24A9AA8A60}" dt="2025-12-04T09:17:12.724" v="1051" actId="478"/>
          <ac:picMkLst>
            <pc:docMk/>
            <pc:sldMk cId="1447372323" sldId="288"/>
            <ac:picMk id="9" creationId="{3982290D-906B-544E-F80D-C6E93BE585AC}"/>
          </ac:picMkLst>
        </pc:picChg>
        <pc:picChg chg="del">
          <ac:chgData name="Hailey Lai" userId="944cc5fd-6b01-4af8-9b76-b2d2313a9f6a" providerId="ADAL" clId="{125009B1-0A62-4CC9-BC1C-AF24A9AA8A60}" dt="2025-12-04T09:16:53.725" v="1034" actId="478"/>
          <ac:picMkLst>
            <pc:docMk/>
            <pc:sldMk cId="1447372323" sldId="288"/>
            <ac:picMk id="10" creationId="{A57DF747-7C7A-2983-8284-F09A88256A22}"/>
          </ac:picMkLst>
        </pc:picChg>
        <pc:picChg chg="add mod">
          <ac:chgData name="Hailey Lai" userId="944cc5fd-6b01-4af8-9b76-b2d2313a9f6a" providerId="ADAL" clId="{125009B1-0A62-4CC9-BC1C-AF24A9AA8A60}" dt="2025-12-04T09:20:27.489" v="1121" actId="1076"/>
          <ac:picMkLst>
            <pc:docMk/>
            <pc:sldMk cId="1447372323" sldId="288"/>
            <ac:picMk id="12" creationId="{F5A5626B-7641-43B3-C002-D85A5BA175BC}"/>
          </ac:picMkLst>
        </pc:picChg>
        <pc:picChg chg="add mod">
          <ac:chgData name="Hailey Lai" userId="944cc5fd-6b01-4af8-9b76-b2d2313a9f6a" providerId="ADAL" clId="{125009B1-0A62-4CC9-BC1C-AF24A9AA8A60}" dt="2025-12-04T09:20:27.489" v="1121" actId="1076"/>
          <ac:picMkLst>
            <pc:docMk/>
            <pc:sldMk cId="1447372323" sldId="288"/>
            <ac:picMk id="14" creationId="{2AC6BE47-41C3-523D-7F9D-8DC73D97D758}"/>
          </ac:picMkLst>
        </pc:picChg>
        <pc:picChg chg="add mod">
          <ac:chgData name="Hailey Lai" userId="944cc5fd-6b01-4af8-9b76-b2d2313a9f6a" providerId="ADAL" clId="{125009B1-0A62-4CC9-BC1C-AF24A9AA8A60}" dt="2025-12-04T09:20:27.489" v="1121" actId="1076"/>
          <ac:picMkLst>
            <pc:docMk/>
            <pc:sldMk cId="1447372323" sldId="288"/>
            <ac:picMk id="16" creationId="{B6B0481D-7C07-C4C8-7FB7-F6EE5B59228D}"/>
          </ac:picMkLst>
        </pc:picChg>
      </pc:sldChg>
      <pc:sldChg chg="delSp add del mod">
        <pc:chgData name="Hailey Lai" userId="944cc5fd-6b01-4af8-9b76-b2d2313a9f6a" providerId="ADAL" clId="{125009B1-0A62-4CC9-BC1C-AF24A9AA8A60}" dt="2025-12-03T01:42:01.405" v="1020" actId="47"/>
        <pc:sldMkLst>
          <pc:docMk/>
          <pc:sldMk cId="3054521525" sldId="288"/>
        </pc:sldMkLst>
        <pc:picChg chg="del">
          <ac:chgData name="Hailey Lai" userId="944cc5fd-6b01-4af8-9b76-b2d2313a9f6a" providerId="ADAL" clId="{125009B1-0A62-4CC9-BC1C-AF24A9AA8A60}" dt="2025-12-03T01:39:48.754" v="993" actId="478"/>
          <ac:picMkLst>
            <pc:docMk/>
            <pc:sldMk cId="3054521525" sldId="288"/>
            <ac:picMk id="4" creationId="{038D2481-0CA6-1144-E4BE-842EAB1A0CB4}"/>
          </ac:picMkLst>
        </pc:picChg>
        <pc:picChg chg="del">
          <ac:chgData name="Hailey Lai" userId="944cc5fd-6b01-4af8-9b76-b2d2313a9f6a" providerId="ADAL" clId="{125009B1-0A62-4CC9-BC1C-AF24A9AA8A60}" dt="2025-12-03T01:39:50.104" v="994" actId="478"/>
          <ac:picMkLst>
            <pc:docMk/>
            <pc:sldMk cId="3054521525" sldId="288"/>
            <ac:picMk id="6" creationId="{AD42804D-5E80-06A1-5C9A-1A099D75EE30}"/>
          </ac:picMkLst>
        </pc:picChg>
        <pc:picChg chg="del">
          <ac:chgData name="Hailey Lai" userId="944cc5fd-6b01-4af8-9b76-b2d2313a9f6a" providerId="ADAL" clId="{125009B1-0A62-4CC9-BC1C-AF24A9AA8A60}" dt="2025-12-03T01:39:51.052" v="995" actId="478"/>
          <ac:picMkLst>
            <pc:docMk/>
            <pc:sldMk cId="3054521525" sldId="288"/>
            <ac:picMk id="8" creationId="{76D691B6-AF72-3CFB-61A6-A04FCF3D1EF4}"/>
          </ac:picMkLst>
        </pc:picChg>
        <pc:picChg chg="del">
          <ac:chgData name="Hailey Lai" userId="944cc5fd-6b01-4af8-9b76-b2d2313a9f6a" providerId="ADAL" clId="{125009B1-0A62-4CC9-BC1C-AF24A9AA8A60}" dt="2025-12-03T01:39:48.754" v="993" actId="478"/>
          <ac:picMkLst>
            <pc:docMk/>
            <pc:sldMk cId="3054521525" sldId="288"/>
            <ac:picMk id="10" creationId="{3B8FCF24-38F3-1EE9-DE78-6E2FD5DD0CA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092734-B129-4575-B72B-EEC307C5AD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E61280D-8707-4032-9E39-2814101BA4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7945B-B53C-4C29-8638-FB6AF711186F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699F8B-4534-40F6-B959-F48C468295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387A22-1A36-4C36-8309-A3D954AAF5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DD0DD-57A0-4DF0-8C1A-C40EA54F11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34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D219E-5D5E-F544-A981-1561A301610D}" type="datetimeFigureOut">
              <a:rPr kumimoji="1" lang="zh-TW" altLang="en-US" smtClean="0"/>
              <a:pPr/>
              <a:t>2025/12/4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67204-A98B-7D44-A5FA-61BE866568EA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710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67204-A98B-7D44-A5FA-61BE866568EA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3681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07BC-F6F8-F509-A98A-87BD99B3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5F91A31-C222-6CE0-03BD-C8A939D40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DFC8B2-A78C-E02F-96B5-61868F205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E7B84F-C642-8F5B-6405-E8760565E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67204-A98B-7D44-A5FA-61BE866568EA}" type="slidenum">
              <a:rPr kumimoji="1" lang="zh-TW" altLang="en-US" smtClean="0"/>
              <a:pPr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57677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投影片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210232" y="640080"/>
            <a:ext cx="1664563" cy="2950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24C0F-0798-9646-B7EA-39A5A9A1FE82}" type="datetimeFigureOut">
              <a:rPr kumimoji="1" lang="zh-TW" altLang="en-US" smtClean="0"/>
              <a:pPr/>
              <a:t>2025/12/4</a:t>
            </a:fld>
            <a:endParaRPr kumimoji="1" lang="zh-TW" altLang="en-US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F2A66F86-AF9B-4174-8CB3-B8C31E36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035762"/>
            <a:ext cx="11449050" cy="792319"/>
          </a:xfrm>
          <a:prstGeom prst="rect">
            <a:avLst/>
          </a:prstGeom>
        </p:spPr>
        <p:txBody>
          <a:bodyPr/>
          <a:lstStyle>
            <a:lvl1pPr algn="ctr">
              <a:defRPr sz="54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pos="744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05E1C50-88D0-C34F-BB09-2B07A9AC7D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AEDF1E4-5678-4527-9CA8-B68C81C612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sp>
        <p:nvSpPr>
          <p:cNvPr id="10" name="標題 2">
            <a:extLst>
              <a:ext uri="{FF2B5EF4-FFF2-40B4-BE49-F238E27FC236}">
                <a16:creationId xmlns:a16="http://schemas.microsoft.com/office/drawing/2014/main" id="{995A6AE5-A0AE-46E4-AE0E-BB6E7D0A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7" y="401567"/>
            <a:ext cx="109844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65884D6-5AE7-9561-6B12-7FE4B179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+mj-ea"/>
                <a:ea typeface="+mj-ea"/>
              </a:defRPr>
            </a:lvl1pPr>
          </a:lstStyle>
          <a:p>
            <a:fld id="{5C878676-667B-7345-8540-6ADF75C84D1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590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B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0F46BF-AE34-A84C-BBE9-6CBC49F21692}"/>
              </a:ext>
            </a:extLst>
          </p:cNvPr>
          <p:cNvCxnSpPr>
            <a:cxnSpLocks/>
          </p:cNvCxnSpPr>
          <p:nvPr userDrawn="1"/>
        </p:nvCxnSpPr>
        <p:spPr>
          <a:xfrm>
            <a:off x="856284" y="821222"/>
            <a:ext cx="110012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786049E5-9626-4BE6-9CF6-CFAF73CC5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sp>
        <p:nvSpPr>
          <p:cNvPr id="12" name="標題 2">
            <a:extLst>
              <a:ext uri="{FF2B5EF4-FFF2-40B4-BE49-F238E27FC236}">
                <a16:creationId xmlns:a16="http://schemas.microsoft.com/office/drawing/2014/main" id="{E8CCFAB2-36D8-4EC5-8853-674235CE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7" y="401567"/>
            <a:ext cx="109844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64150D-121F-5A15-0CF2-DED70F5D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+mj-ea"/>
                <a:ea typeface="+mj-ea"/>
              </a:defRPr>
            </a:lvl1pPr>
          </a:lstStyle>
          <a:p>
            <a:fld id="{5C878676-667B-7345-8540-6ADF75C84D1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pic>
        <p:nvPicPr>
          <p:cNvPr id="4" name="圖片 7">
            <a:extLst>
              <a:ext uri="{FF2B5EF4-FFF2-40B4-BE49-F238E27FC236}">
                <a16:creationId xmlns:a16="http://schemas.microsoft.com/office/drawing/2014/main" id="{B2607581-46B3-F543-A46F-C135469CAFB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9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CBE5689-F076-4EF7-831F-8C1FB0731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sp>
        <p:nvSpPr>
          <p:cNvPr id="8" name="標題 2">
            <a:extLst>
              <a:ext uri="{FF2B5EF4-FFF2-40B4-BE49-F238E27FC236}">
                <a16:creationId xmlns:a16="http://schemas.microsoft.com/office/drawing/2014/main" id="{9EE43F67-206A-4B9A-A008-5C516510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7" y="401567"/>
            <a:ext cx="109844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31052B1-1481-4CE9-302C-B6B18564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+mj-ea"/>
                <a:ea typeface="+mj-ea"/>
              </a:defRPr>
            </a:lvl1pPr>
          </a:lstStyle>
          <a:p>
            <a:fld id="{5C878676-667B-7345-8540-6ADF75C84D1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pic>
        <p:nvPicPr>
          <p:cNvPr id="4" name="圖片 7">
            <a:extLst>
              <a:ext uri="{FF2B5EF4-FFF2-40B4-BE49-F238E27FC236}">
                <a16:creationId xmlns:a16="http://schemas.microsoft.com/office/drawing/2014/main" id="{41EC1173-AB9C-124D-E709-47E63C32A1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53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D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0F46BF-AE34-A84C-BBE9-6CBC49F21692}"/>
              </a:ext>
            </a:extLst>
          </p:cNvPr>
          <p:cNvCxnSpPr>
            <a:cxnSpLocks/>
          </p:cNvCxnSpPr>
          <p:nvPr userDrawn="1"/>
        </p:nvCxnSpPr>
        <p:spPr>
          <a:xfrm>
            <a:off x="340900" y="821222"/>
            <a:ext cx="1152136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2">
            <a:extLst>
              <a:ext uri="{FF2B5EF4-FFF2-40B4-BE49-F238E27FC236}">
                <a16:creationId xmlns:a16="http://schemas.microsoft.com/office/drawing/2014/main" id="{1B8456D7-2D21-4EA1-A6C4-5AF833DF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46" y="401567"/>
            <a:ext cx="11518116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5541A9E-C936-69C9-DA8D-E6EA1047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+mj-ea"/>
                <a:ea typeface="+mj-ea"/>
              </a:defRPr>
            </a:lvl1pPr>
          </a:lstStyle>
          <a:p>
            <a:fld id="{5C878676-667B-7345-8540-6ADF75C84D1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pic>
        <p:nvPicPr>
          <p:cNvPr id="4" name="圖片 7">
            <a:extLst>
              <a:ext uri="{FF2B5EF4-FFF2-40B4-BE49-F238E27FC236}">
                <a16:creationId xmlns:a16="http://schemas.microsoft.com/office/drawing/2014/main" id="{27C2AF2F-8AD2-DCA4-65F7-4DBCBBEF6F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9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0F46BF-AE34-A84C-BBE9-6CBC49F21692}"/>
              </a:ext>
            </a:extLst>
          </p:cNvPr>
          <p:cNvCxnSpPr>
            <a:cxnSpLocks/>
          </p:cNvCxnSpPr>
          <p:nvPr userDrawn="1"/>
        </p:nvCxnSpPr>
        <p:spPr>
          <a:xfrm>
            <a:off x="340900" y="821222"/>
            <a:ext cx="1152136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2">
            <a:extLst>
              <a:ext uri="{FF2B5EF4-FFF2-40B4-BE49-F238E27FC236}">
                <a16:creationId xmlns:a16="http://schemas.microsoft.com/office/drawing/2014/main" id="{1B8456D7-2D21-4EA1-A6C4-5AF833DF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46" y="401567"/>
            <a:ext cx="11518116" cy="599599"/>
          </a:xfrm>
          <a:prstGeom prst="rect">
            <a:avLst/>
          </a:prstGeom>
        </p:spPr>
        <p:txBody>
          <a:bodyPr/>
          <a:lstStyle>
            <a:lvl1pPr algn="ctr"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40672B9-ECB1-8711-93CE-92097DB7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+mj-ea"/>
                <a:ea typeface="+mj-ea"/>
              </a:defRPr>
            </a:lvl1pPr>
          </a:lstStyle>
          <a:p>
            <a:fld id="{5C878676-667B-7345-8540-6ADF75C84D1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pic>
        <p:nvPicPr>
          <p:cNvPr id="4" name="圖片 7">
            <a:extLst>
              <a:ext uri="{FF2B5EF4-FFF2-40B4-BE49-F238E27FC236}">
                <a16:creationId xmlns:a16="http://schemas.microsoft.com/office/drawing/2014/main" id="{3C8EA73D-5C0E-40FF-F88A-E005788AC5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4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長標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三角形 4">
            <a:extLst>
              <a:ext uri="{FF2B5EF4-FFF2-40B4-BE49-F238E27FC236}">
                <a16:creationId xmlns:a16="http://schemas.microsoft.com/office/drawing/2014/main" id="{55F08B3E-6ECE-09E2-17FE-3F1A42D7CBB8}"/>
              </a:ext>
            </a:extLst>
          </p:cNvPr>
          <p:cNvSpPr/>
          <p:nvPr userDrawn="1"/>
        </p:nvSpPr>
        <p:spPr>
          <a:xfrm rot="5400000">
            <a:off x="1785790" y="2186403"/>
            <a:ext cx="976084" cy="1839310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49919" y="2696449"/>
            <a:ext cx="9222739" cy="1444127"/>
          </a:xfrm>
          <a:prstGeom prst="rect">
            <a:avLst/>
          </a:prstGeom>
        </p:spPr>
      </p:pic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1484593" y="2796654"/>
            <a:ext cx="9222739" cy="1276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三角形 9">
            <a:extLst>
              <a:ext uri="{FF2B5EF4-FFF2-40B4-BE49-F238E27FC236}">
                <a16:creationId xmlns:a16="http://schemas.microsoft.com/office/drawing/2014/main" id="{F761C3D3-4373-5A7B-0E45-7AB5EAC7E11E}"/>
              </a:ext>
            </a:extLst>
          </p:cNvPr>
          <p:cNvSpPr/>
          <p:nvPr userDrawn="1"/>
        </p:nvSpPr>
        <p:spPr>
          <a:xfrm rot="16200000">
            <a:off x="9845274" y="3225876"/>
            <a:ext cx="687784" cy="1296044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BCA17DCF-A60F-C762-99D1-2AFC0CD2C9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3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短標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三角形 2">
            <a:extLst>
              <a:ext uri="{FF2B5EF4-FFF2-40B4-BE49-F238E27FC236}">
                <a16:creationId xmlns:a16="http://schemas.microsoft.com/office/drawing/2014/main" id="{E3E16D6D-7BB5-EA28-E567-0E3AA440B9EF}"/>
              </a:ext>
            </a:extLst>
          </p:cNvPr>
          <p:cNvSpPr/>
          <p:nvPr userDrawn="1"/>
        </p:nvSpPr>
        <p:spPr>
          <a:xfrm rot="5400000">
            <a:off x="3172333" y="2240999"/>
            <a:ext cx="866589" cy="1632980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2057" y="2727897"/>
            <a:ext cx="6411433" cy="1444127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B302E5A-F003-4623-8CCB-A6F0C3D74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16" y="2796654"/>
            <a:ext cx="6508174" cy="1276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三角形 3">
            <a:extLst>
              <a:ext uri="{FF2B5EF4-FFF2-40B4-BE49-F238E27FC236}">
                <a16:creationId xmlns:a16="http://schemas.microsoft.com/office/drawing/2014/main" id="{5843954F-C750-FC0F-1B4C-8D7F7AE5D2FE}"/>
              </a:ext>
            </a:extLst>
          </p:cNvPr>
          <p:cNvSpPr/>
          <p:nvPr userDrawn="1"/>
        </p:nvSpPr>
        <p:spPr>
          <a:xfrm rot="16200000">
            <a:off x="8295477" y="3109373"/>
            <a:ext cx="776418" cy="1463064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7">
            <a:extLst>
              <a:ext uri="{FF2B5EF4-FFF2-40B4-BE49-F238E27FC236}">
                <a16:creationId xmlns:a16="http://schemas.microsoft.com/office/drawing/2014/main" id="{ECB85DE2-16D8-F020-E4D2-F56BB7C6C83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31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短標B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三角形 17">
            <a:extLst>
              <a:ext uri="{FF2B5EF4-FFF2-40B4-BE49-F238E27FC236}">
                <a16:creationId xmlns:a16="http://schemas.microsoft.com/office/drawing/2014/main" id="{18153046-A427-8FA4-32C8-9D305D9BB58D}"/>
              </a:ext>
            </a:extLst>
          </p:cNvPr>
          <p:cNvSpPr/>
          <p:nvPr userDrawn="1"/>
        </p:nvSpPr>
        <p:spPr>
          <a:xfrm rot="10800000">
            <a:off x="8711723" y="2160063"/>
            <a:ext cx="698582" cy="1964107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9F1DBF9D-DE47-D44C-E3CE-B2276EC0B583}"/>
              </a:ext>
            </a:extLst>
          </p:cNvPr>
          <p:cNvSpPr/>
          <p:nvPr userDrawn="1"/>
        </p:nvSpPr>
        <p:spPr>
          <a:xfrm rot="5400000">
            <a:off x="3172333" y="2411477"/>
            <a:ext cx="866589" cy="1632980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873368-C34E-4C28-B7AD-2F62B1B105C6}"/>
              </a:ext>
            </a:extLst>
          </p:cNvPr>
          <p:cNvSpPr/>
          <p:nvPr userDrawn="1"/>
        </p:nvSpPr>
        <p:spPr>
          <a:xfrm>
            <a:off x="3828017" y="2160064"/>
            <a:ext cx="5388502" cy="736222"/>
          </a:xfrm>
          <a:prstGeom prst="rect">
            <a:avLst/>
          </a:prstGeom>
          <a:solidFill>
            <a:srgbClr val="333333"/>
          </a:solidFill>
          <a:ln w="952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F7DB12-974D-29BB-742B-E04BCF7A7846}"/>
              </a:ext>
            </a:extLst>
          </p:cNvPr>
          <p:cNvSpPr/>
          <p:nvPr userDrawn="1"/>
        </p:nvSpPr>
        <p:spPr>
          <a:xfrm>
            <a:off x="3914988" y="2256548"/>
            <a:ext cx="5388502" cy="543254"/>
          </a:xfrm>
          <a:prstGeom prst="rect">
            <a:avLst/>
          </a:prstGeom>
          <a:solidFill>
            <a:schemeClr val="bg1"/>
          </a:solidFill>
          <a:ln w="952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文字版面配置區 22">
            <a:extLst>
              <a:ext uri="{FF2B5EF4-FFF2-40B4-BE49-F238E27FC236}">
                <a16:creationId xmlns:a16="http://schemas.microsoft.com/office/drawing/2014/main" id="{45231EA0-BD17-FCFA-BB4B-5DE5B27B4A76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918269" y="2290863"/>
            <a:ext cx="5381676" cy="460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0"/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4584E00-97F6-7817-0325-006E1B874A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8932" y="2882446"/>
            <a:ext cx="6411433" cy="144412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40F8918C-EF3C-E1EE-6FCD-F27299DF42A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896744" y="3064877"/>
            <a:ext cx="6403200" cy="1074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F4463E3D-3372-0EDC-CB60-5FFB62345274}"/>
              </a:ext>
            </a:extLst>
          </p:cNvPr>
          <p:cNvSpPr/>
          <p:nvPr userDrawn="1"/>
        </p:nvSpPr>
        <p:spPr>
          <a:xfrm rot="16200000">
            <a:off x="8518841" y="3521020"/>
            <a:ext cx="618132" cy="1164795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4" name="圖片 7">
            <a:extLst>
              <a:ext uri="{FF2B5EF4-FFF2-40B4-BE49-F238E27FC236}">
                <a16:creationId xmlns:a16="http://schemas.microsoft.com/office/drawing/2014/main" id="{CEA52389-2F11-CEDB-8356-334A1989141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7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長標B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F96DA1A-4188-4962-A9AC-A82DBD4F55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691" y="3285391"/>
            <a:ext cx="519843" cy="347395"/>
          </a:xfrm>
          <a:prstGeom prst="rect">
            <a:avLst/>
          </a:prstGeo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FCDA2408-B916-A8BB-F79E-0D9818AC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47" y="3251014"/>
            <a:ext cx="109717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CCC3BFAA-411F-1AB3-664D-3771301E876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83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及圖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C289160-58AC-3974-1A42-C0E233262E63}"/>
              </a:ext>
            </a:extLst>
          </p:cNvPr>
          <p:cNvSpPr/>
          <p:nvPr userDrawn="1"/>
        </p:nvSpPr>
        <p:spPr>
          <a:xfrm>
            <a:off x="5321298" y="-1"/>
            <a:ext cx="6870701" cy="68707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9EE43F67-206A-4B9A-A008-5C516510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06" y="2811439"/>
            <a:ext cx="4555053" cy="592161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F84A8935-ABC5-D955-9A90-D612C7FC10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706" y="3428930"/>
            <a:ext cx="4555444" cy="1300162"/>
          </a:xfrm>
          <a:prstGeom prst="rect">
            <a:avLst/>
          </a:prstGeom>
        </p:spPr>
        <p:txBody>
          <a:bodyPr/>
          <a:lstStyle>
            <a:lvl1pPr algn="ctr">
              <a:lnSpc>
                <a:spcPts val="2400"/>
              </a:lnSpc>
              <a:defRPr sz="1600"/>
            </a:lvl1pPr>
            <a:lvl2pPr algn="ctr">
              <a:lnSpc>
                <a:spcPts val="2400"/>
              </a:lnSpc>
              <a:defRPr sz="1600"/>
            </a:lvl2pPr>
            <a:lvl3pPr algn="ctr">
              <a:lnSpc>
                <a:spcPts val="2400"/>
              </a:lnSpc>
              <a:defRPr sz="1600"/>
            </a:lvl3pPr>
            <a:lvl4pPr algn="ctr">
              <a:lnSpc>
                <a:spcPts val="2400"/>
              </a:lnSpc>
              <a:defRPr sz="1600"/>
            </a:lvl4pPr>
            <a:lvl5pPr algn="ctr">
              <a:lnSpc>
                <a:spcPts val="2400"/>
              </a:lnSpc>
              <a:defRPr sz="16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699CE81-E5B1-D80B-23FD-3C61125C3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C6F696-733E-81E8-EC1F-4A775E37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+mj-ea"/>
                <a:ea typeface="+mj-ea"/>
              </a:defRPr>
            </a:lvl1pPr>
          </a:lstStyle>
          <a:p>
            <a:fld id="{5C878676-667B-7345-8540-6ADF75C84D1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pic>
        <p:nvPicPr>
          <p:cNvPr id="6" name="圖片 7">
            <a:extLst>
              <a:ext uri="{FF2B5EF4-FFF2-40B4-BE49-F238E27FC236}">
                <a16:creationId xmlns:a16="http://schemas.microsoft.com/office/drawing/2014/main" id="{BFB5A930-DAD4-F9B3-5AA1-6787C53534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79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尾頁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7">
            <a:extLst>
              <a:ext uri="{FF2B5EF4-FFF2-40B4-BE49-F238E27FC236}">
                <a16:creationId xmlns:a16="http://schemas.microsoft.com/office/drawing/2014/main" id="{78F027DB-B1D1-4530-4746-1880B99CDD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14" y="6463309"/>
            <a:ext cx="4003211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3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21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  <p:sldLayoutId id="2147483672" r:id="rId4"/>
    <p:sldLayoutId id="2147483673" r:id="rId5"/>
    <p:sldLayoutId id="2147483675" r:id="rId6"/>
    <p:sldLayoutId id="2147483669" r:id="rId7"/>
    <p:sldLayoutId id="2147483671" r:id="rId8"/>
    <p:sldLayoutId id="2147483676" r:id="rId9"/>
    <p:sldLayoutId id="2147483668" r:id="rId10"/>
    <p:sldLayoutId id="2147483674" r:id="rId11"/>
    <p:sldLayoutId id="214748367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instagram.com/p/DQq_erdkg7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instagram.com/p/DQwZRf-jaQ6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instagram.com/p/DQy_nOQiSV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instagram.com/p/DQ9SJEyASvV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g"/><Relationship Id="rId3" Type="http://schemas.openxmlformats.org/officeDocument/2006/relationships/image" Target="../media/image48.jpg"/><Relationship Id="rId7" Type="http://schemas.openxmlformats.org/officeDocument/2006/relationships/image" Target="../media/image52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jpg"/><Relationship Id="rId4" Type="http://schemas.openxmlformats.org/officeDocument/2006/relationships/image" Target="../media/image6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/DQq_erdkg7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instagram.com/reel/DQ9SJEyASvV/" TargetMode="External"/><Relationship Id="rId5" Type="http://schemas.openxmlformats.org/officeDocument/2006/relationships/hyperlink" Target="https://www.instagram.com/reel/DQy_nOQiSVG/" TargetMode="External"/><Relationship Id="rId4" Type="http://schemas.openxmlformats.org/officeDocument/2006/relationships/hyperlink" Target="https://www.instagram.com/p/DQwZRf-jaQ6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/DQq_erdkg7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instagram.com/reel/DQ9SJEyASvV/" TargetMode="External"/><Relationship Id="rId5" Type="http://schemas.openxmlformats.org/officeDocument/2006/relationships/hyperlink" Target="https://www.instagram.com/reel/DQy_nOQiSVG/" TargetMode="External"/><Relationship Id="rId4" Type="http://schemas.openxmlformats.org/officeDocument/2006/relationships/hyperlink" Target="https://www.instagram.com/p/DQwZRf-jaQ6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C3EF453F-4AF7-A94C-86A0-A058D40A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521768"/>
            <a:ext cx="11449050" cy="792319"/>
          </a:xfrm>
        </p:spPr>
        <p:txBody>
          <a:bodyPr/>
          <a:lstStyle/>
          <a:p>
            <a:r>
              <a:rPr lang="zh-TW" altLang="en-US" sz="4000" dirty="0">
                <a:latin typeface="+mj-ea"/>
              </a:rPr>
              <a:t>樂天 小熊餅乾</a:t>
            </a:r>
            <a:endParaRPr lang="zh-TW" alt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954E1-1EEF-C42F-6824-D414DB9B64A6}"/>
              </a:ext>
            </a:extLst>
          </p:cNvPr>
          <p:cNvSpPr txBox="1">
            <a:spLocks/>
          </p:cNvSpPr>
          <p:nvPr/>
        </p:nvSpPr>
        <p:spPr>
          <a:xfrm>
            <a:off x="5110200" y="3155835"/>
            <a:ext cx="1971600" cy="672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結案報告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202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5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.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12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.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03</a:t>
            </a:r>
            <a:endParaRPr lang="en-US" sz="1400" b="1" dirty="0">
              <a:solidFill>
                <a:schemeClr val="bg1">
                  <a:lumMod val="50000"/>
                </a:schemeClr>
              </a:solidFill>
              <a:latin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7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042F8F-7920-47F9-1F7F-3638806A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KOL</a:t>
            </a:r>
            <a:r>
              <a:rPr lang="zh-TW" altLang="en-US" dirty="0"/>
              <a:t>成效數據</a:t>
            </a:r>
          </a:p>
        </p:txBody>
      </p:sp>
    </p:spTree>
    <p:extLst>
      <p:ext uri="{BB962C8B-B14F-4D97-AF65-F5344CB8AC3E}">
        <p14:creationId xmlns:p14="http://schemas.microsoft.com/office/powerpoint/2010/main" val="186019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822D3A-58B5-1051-D682-9BCB1863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7" y="367213"/>
            <a:ext cx="10984462" cy="599599"/>
          </a:xfrm>
        </p:spPr>
        <p:txBody>
          <a:bodyPr/>
          <a:lstStyle/>
          <a:p>
            <a:r>
              <a:rPr kumimoji="1" lang="zh-TW" altLang="en-US" dirty="0"/>
              <a:t>面白大丈夫</a:t>
            </a:r>
            <a:r>
              <a:rPr kumimoji="1" lang="en-US" altLang="zh-TW" dirty="0"/>
              <a:t>-</a:t>
            </a:r>
            <a:r>
              <a:rPr kumimoji="1" lang="zh-TW" altLang="en-US" dirty="0"/>
              <a:t>上刊截圖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2E6BDE-E531-420E-8E6E-1FFD76BEDF96}"/>
              </a:ext>
            </a:extLst>
          </p:cNvPr>
          <p:cNvSpPr/>
          <p:nvPr/>
        </p:nvSpPr>
        <p:spPr>
          <a:xfrm>
            <a:off x="523258" y="1284015"/>
            <a:ext cx="2002848" cy="321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貼文上刊截圖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6BA00-4C1B-9998-866B-ACD6111DC82C}"/>
              </a:ext>
            </a:extLst>
          </p:cNvPr>
          <p:cNvSpPr/>
          <p:nvPr/>
        </p:nvSpPr>
        <p:spPr>
          <a:xfrm>
            <a:off x="7987024" y="1362714"/>
            <a:ext cx="1720440" cy="3070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限動截圖</a:t>
            </a:r>
            <a:r>
              <a:rPr lang="en-US" altLang="zh-TW" sz="1400" b="1" dirty="0">
                <a:latin typeface="+mj-ea"/>
                <a:ea typeface="+mj-ea"/>
              </a:rPr>
              <a:t>(PR)</a:t>
            </a:r>
            <a:r>
              <a:rPr lang="zh-TW" altLang="en-US" sz="1400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29A5399-F950-A844-93B6-6F5F04830F25}"/>
              </a:ext>
            </a:extLst>
          </p:cNvPr>
          <p:cNvSpPr txBox="1"/>
          <p:nvPr/>
        </p:nvSpPr>
        <p:spPr>
          <a:xfrm>
            <a:off x="2539170" y="1229927"/>
            <a:ext cx="1071216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IG</a:t>
            </a:r>
            <a:r>
              <a:rPr kumimoji="1" lang="zh-TW" altLang="en-US" sz="1400" b="1" dirty="0">
                <a:latin typeface="+mj-ea"/>
                <a:ea typeface="+mj-ea"/>
                <a:hlinkClick r:id="rId2"/>
              </a:rPr>
              <a:t> </a:t>
            </a: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Reels</a:t>
            </a:r>
            <a:endParaRPr kumimoji="1" lang="en" altLang="zh-TW" sz="1400" b="1" dirty="0">
              <a:latin typeface="+mj-ea"/>
              <a:ea typeface="+mj-ea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044A32D-0921-A552-06A7-F173A39EA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57" y="1868913"/>
            <a:ext cx="5147061" cy="3831645"/>
          </a:xfrm>
          <a:prstGeom prst="rect">
            <a:avLst/>
          </a:prstGeom>
          <a:ln>
            <a:solidFill>
              <a:srgbClr val="333333"/>
            </a:solidFill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8348A9F-255B-8667-59C6-0DC7059BB4C9}"/>
              </a:ext>
            </a:extLst>
          </p:cNvPr>
          <p:cNvSpPr/>
          <p:nvPr/>
        </p:nvSpPr>
        <p:spPr>
          <a:xfrm>
            <a:off x="5995766" y="1374447"/>
            <a:ext cx="1734053" cy="2950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限動截圖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36191E-5E64-F3EA-EA6D-FE55389F0275}"/>
              </a:ext>
            </a:extLst>
          </p:cNvPr>
          <p:cNvSpPr/>
          <p:nvPr/>
        </p:nvSpPr>
        <p:spPr>
          <a:xfrm>
            <a:off x="9978281" y="1363076"/>
            <a:ext cx="1690462" cy="3067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限動截圖</a:t>
            </a:r>
            <a:r>
              <a:rPr lang="en-US" altLang="zh-TW" sz="1400" b="1" dirty="0">
                <a:latin typeface="+mj-ea"/>
                <a:ea typeface="+mj-ea"/>
              </a:rPr>
              <a:t>(PR)</a:t>
            </a:r>
            <a:r>
              <a:rPr lang="zh-TW" altLang="en-US" sz="1400" b="1" dirty="0">
                <a:latin typeface="+mj-ea"/>
                <a:ea typeface="+mj-ea"/>
              </a:rPr>
              <a:t> </a:t>
            </a:r>
          </a:p>
        </p:txBody>
      </p:sp>
      <p:pic>
        <p:nvPicPr>
          <p:cNvPr id="11" name="圖片 10" descr="一張含有 文字, 服裝, 人的臉孔, 微笑 的圖片&#10;&#10;AI 產生的內容可能不正確。">
            <a:extLst>
              <a:ext uri="{FF2B5EF4-FFF2-40B4-BE49-F238E27FC236}">
                <a16:creationId xmlns:a16="http://schemas.microsoft.com/office/drawing/2014/main" id="{BF513D75-61F5-6055-2B0A-8810332B7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403" y="1863598"/>
            <a:ext cx="1766780" cy="3826329"/>
          </a:xfrm>
          <a:prstGeom prst="rect">
            <a:avLst/>
          </a:prstGeom>
        </p:spPr>
      </p:pic>
      <p:pic>
        <p:nvPicPr>
          <p:cNvPr id="13" name="圖片 12" descr="一張含有 文字, 服裝, 人員, 微笑 的圖片&#10;&#10;AI 產生的內容可能不正確。">
            <a:extLst>
              <a:ext uri="{FF2B5EF4-FFF2-40B4-BE49-F238E27FC236}">
                <a16:creationId xmlns:a16="http://schemas.microsoft.com/office/drawing/2014/main" id="{74117406-4B70-D41F-C178-2D9B3A35A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23" y="1863598"/>
            <a:ext cx="1720440" cy="3826329"/>
          </a:xfrm>
          <a:prstGeom prst="rect">
            <a:avLst/>
          </a:prstGeom>
        </p:spPr>
      </p:pic>
      <p:pic>
        <p:nvPicPr>
          <p:cNvPr id="15" name="圖片 14" descr="一張含有 文字, 服裝, 微笑, 人員 的圖片&#10;&#10;AI 產生的內容可能不正確。">
            <a:extLst>
              <a:ext uri="{FF2B5EF4-FFF2-40B4-BE49-F238E27FC236}">
                <a16:creationId xmlns:a16="http://schemas.microsoft.com/office/drawing/2014/main" id="{15A399ED-4B00-1232-6B85-54D64C19AE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303" y="1863598"/>
            <a:ext cx="1720440" cy="378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4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E7B5089-392B-5AD4-1434-14FA2DCEC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面白大丈夫</a:t>
            </a:r>
            <a:r>
              <a:rPr kumimoji="1" lang="en-US" altLang="zh-TW" dirty="0"/>
              <a:t>-</a:t>
            </a:r>
            <a:r>
              <a:rPr kumimoji="1" lang="zh-TW" altLang="en-US" dirty="0"/>
              <a:t>貼文</a:t>
            </a:r>
            <a:r>
              <a:rPr lang="zh-TW" altLang="en-US" dirty="0"/>
              <a:t>成效數據截圖</a:t>
            </a:r>
          </a:p>
        </p:txBody>
      </p:sp>
      <p:pic>
        <p:nvPicPr>
          <p:cNvPr id="4" name="圖片 3" descr="一張含有 文字, 螢幕擷取畫面, 多媒體軟體, 軟體 的圖片&#10;&#10;AI 產生的內容可能不正確。">
            <a:extLst>
              <a:ext uri="{FF2B5EF4-FFF2-40B4-BE49-F238E27FC236}">
                <a16:creationId xmlns:a16="http://schemas.microsoft.com/office/drawing/2014/main" id="{BA649B6C-10F6-28DB-2921-18315922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09" y="1118124"/>
            <a:ext cx="2353462" cy="5116731"/>
          </a:xfrm>
          <a:prstGeom prst="rect">
            <a:avLst/>
          </a:prstGeom>
        </p:spPr>
      </p:pic>
      <p:pic>
        <p:nvPicPr>
          <p:cNvPr id="6" name="圖片 5" descr="一張含有 文字, 螢幕擷取畫面, 字型, 平面設計 的圖片&#10;&#10;AI 產生的內容可能不正確。">
            <a:extLst>
              <a:ext uri="{FF2B5EF4-FFF2-40B4-BE49-F238E27FC236}">
                <a16:creationId xmlns:a16="http://schemas.microsoft.com/office/drawing/2014/main" id="{100710EA-58A0-2860-FBAF-76A096125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481" y="1118124"/>
            <a:ext cx="2353462" cy="5116731"/>
          </a:xfrm>
          <a:prstGeom prst="rect">
            <a:avLst/>
          </a:prstGeom>
        </p:spPr>
      </p:pic>
      <p:pic>
        <p:nvPicPr>
          <p:cNvPr id="8" name="圖片 7" descr="一張含有 文字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D46BFF07-9E71-D729-E90D-FB5335160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353" y="1118124"/>
            <a:ext cx="2353462" cy="511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2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CCEE1-D126-E4F1-4F8F-22B2FB72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BD55F53-8E87-F2E5-F7CC-480512F4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面白大丈夫</a:t>
            </a:r>
            <a:r>
              <a:rPr kumimoji="1" lang="en-US" altLang="zh-TW" dirty="0"/>
              <a:t>-</a:t>
            </a:r>
            <a:r>
              <a:rPr kumimoji="1" lang="zh-TW" altLang="en-US" dirty="0"/>
              <a:t>限動</a:t>
            </a:r>
            <a:r>
              <a:rPr lang="zh-TW" altLang="en-US" dirty="0"/>
              <a:t>成效數據截圖</a:t>
            </a:r>
          </a:p>
        </p:txBody>
      </p:sp>
      <p:pic>
        <p:nvPicPr>
          <p:cNvPr id="4" name="圖片 3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3B8AF256-24E2-33EA-033C-E6DB79A5A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344" y="1001166"/>
            <a:ext cx="2449351" cy="5325206"/>
          </a:xfrm>
          <a:prstGeom prst="rect">
            <a:avLst/>
          </a:prstGeom>
        </p:spPr>
      </p:pic>
      <p:pic>
        <p:nvPicPr>
          <p:cNvPr id="6" name="圖片 5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D0DF3FA5-B2D1-0D56-7B65-7D63D8259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208" y="1001166"/>
            <a:ext cx="2449351" cy="5325206"/>
          </a:xfrm>
          <a:prstGeom prst="rect">
            <a:avLst/>
          </a:prstGeom>
        </p:spPr>
      </p:pic>
      <p:pic>
        <p:nvPicPr>
          <p:cNvPr id="8" name="圖片 7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6957D859-0848-4F13-BFC2-8FE2BC4BA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072" y="1001166"/>
            <a:ext cx="2449351" cy="532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30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ECC41-5964-9E6B-A468-CC31A97F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C2B084-37DF-0F40-A070-3CA327BE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我是江老師</a:t>
            </a:r>
            <a:r>
              <a:rPr kumimoji="1" lang="en-US" altLang="zh-TW" dirty="0"/>
              <a:t>-</a:t>
            </a:r>
            <a:r>
              <a:rPr kumimoji="1" lang="zh-TW" altLang="en-US" dirty="0"/>
              <a:t>上刊截圖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6FE03F-87A4-8478-8202-2C2BB7836C3B}"/>
              </a:ext>
            </a:extLst>
          </p:cNvPr>
          <p:cNvSpPr/>
          <p:nvPr/>
        </p:nvSpPr>
        <p:spPr>
          <a:xfrm>
            <a:off x="770121" y="1216512"/>
            <a:ext cx="2002848" cy="321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貼文上刊截圖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DA414E-B69A-0F40-782B-21C03F9A0DE5}"/>
              </a:ext>
            </a:extLst>
          </p:cNvPr>
          <p:cNvSpPr/>
          <p:nvPr/>
        </p:nvSpPr>
        <p:spPr>
          <a:xfrm>
            <a:off x="9083672" y="1216185"/>
            <a:ext cx="1988886" cy="2950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限動截圖</a:t>
            </a:r>
            <a:r>
              <a:rPr lang="en-US" altLang="zh-TW" sz="1400" b="1" dirty="0">
                <a:latin typeface="+mj-ea"/>
                <a:ea typeface="+mj-ea"/>
              </a:rPr>
              <a:t>(PR)</a:t>
            </a:r>
            <a:r>
              <a:rPr lang="zh-TW" altLang="en-US" sz="1400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A7649E-6E3C-4ABA-0F84-CB5CB9B79448}"/>
              </a:ext>
            </a:extLst>
          </p:cNvPr>
          <p:cNvSpPr txBox="1">
            <a:spLocks/>
          </p:cNvSpPr>
          <p:nvPr/>
        </p:nvSpPr>
        <p:spPr>
          <a:xfrm>
            <a:off x="2786033" y="1162424"/>
            <a:ext cx="1071216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IG</a:t>
            </a:r>
            <a:r>
              <a:rPr kumimoji="1" lang="zh-TW" altLang="en-US" sz="1400" b="1" dirty="0">
                <a:latin typeface="+mj-ea"/>
                <a:ea typeface="+mj-ea"/>
                <a:hlinkClick r:id="rId2"/>
              </a:rPr>
              <a:t> </a:t>
            </a: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Reels</a:t>
            </a:r>
            <a:endParaRPr kumimoji="1" lang="en" altLang="zh-TW" sz="1400" b="1" dirty="0">
              <a:latin typeface="+mj-ea"/>
              <a:ea typeface="+mj-ea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17E880B-E339-5C08-40F6-39DE95E0A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21" y="1699554"/>
            <a:ext cx="5807130" cy="4324095"/>
          </a:xfrm>
          <a:prstGeom prst="rect">
            <a:avLst/>
          </a:prstGeom>
          <a:ln>
            <a:solidFill>
              <a:srgbClr val="333333"/>
            </a:solidFill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EE479F-01BD-7F94-4863-728A61E77FE1}"/>
              </a:ext>
            </a:extLst>
          </p:cNvPr>
          <p:cNvSpPr/>
          <p:nvPr/>
        </p:nvSpPr>
        <p:spPr>
          <a:xfrm>
            <a:off x="6939083" y="1193490"/>
            <a:ext cx="1734053" cy="2950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限動截圖 </a:t>
            </a:r>
          </a:p>
        </p:txBody>
      </p:sp>
      <p:pic>
        <p:nvPicPr>
          <p:cNvPr id="10" name="圖片 9" descr="一張含有 文字, 人員, 人的臉孔, 螢幕擷取畫面 的圖片&#10;&#10;AI 產生的內容可能不正確。">
            <a:extLst>
              <a:ext uri="{FF2B5EF4-FFF2-40B4-BE49-F238E27FC236}">
                <a16:creationId xmlns:a16="http://schemas.microsoft.com/office/drawing/2014/main" id="{31E7A485-AA52-6EA9-2786-A6A510D02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019" y="1699555"/>
            <a:ext cx="1988885" cy="4324095"/>
          </a:xfrm>
          <a:prstGeom prst="rect">
            <a:avLst/>
          </a:prstGeom>
        </p:spPr>
      </p:pic>
      <p:pic>
        <p:nvPicPr>
          <p:cNvPr id="12" name="圖片 11" descr="一張含有 文字, 人的臉孔, 螢幕擷取畫面, 多媒體 的圖片&#10;&#10;AI 產生的內容可能不正確。">
            <a:extLst>
              <a:ext uri="{FF2B5EF4-FFF2-40B4-BE49-F238E27FC236}">
                <a16:creationId xmlns:a16="http://schemas.microsoft.com/office/drawing/2014/main" id="{001D78E9-AE3F-EE1F-39E8-8D84FD9B3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3672" y="1699554"/>
            <a:ext cx="1988886" cy="432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4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0892-29DC-99F8-9E8E-593F8262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3753DF9-2F1B-CD88-4D61-B4FF55F8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我是江老師</a:t>
            </a:r>
            <a:r>
              <a:rPr kumimoji="1" lang="en-US" altLang="zh-TW" dirty="0"/>
              <a:t>-</a:t>
            </a:r>
            <a:r>
              <a:rPr kumimoji="1" lang="zh-TW" altLang="en-US" dirty="0"/>
              <a:t>貼文</a:t>
            </a:r>
            <a:r>
              <a:rPr lang="zh-TW" altLang="en-US" dirty="0"/>
              <a:t>成效數據截圖</a:t>
            </a:r>
          </a:p>
        </p:txBody>
      </p:sp>
      <p:pic>
        <p:nvPicPr>
          <p:cNvPr id="4" name="圖片 3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616271D3-5357-9A03-B374-892A5BB8E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555" y="1001166"/>
            <a:ext cx="2466650" cy="5362816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6" name="圖片 5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9AC94D84-9CD1-92E5-B685-B0D69C27C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981" y="1001166"/>
            <a:ext cx="2466650" cy="5362816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D9A38D9-499E-721E-7CB3-7968153D7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408" y="1001166"/>
            <a:ext cx="2466650" cy="5362816"/>
          </a:xfrm>
          <a:prstGeom prst="rect">
            <a:avLst/>
          </a:prstGeom>
          <a:ln>
            <a:solidFill>
              <a:srgbClr val="333333"/>
            </a:solidFill>
          </a:ln>
        </p:spPr>
      </p:pic>
    </p:spTree>
    <p:extLst>
      <p:ext uri="{BB962C8B-B14F-4D97-AF65-F5344CB8AC3E}">
        <p14:creationId xmlns:p14="http://schemas.microsoft.com/office/powerpoint/2010/main" val="1667534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9518-BA50-56A4-A508-2AB67DFB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8EF2485-8192-4076-37B4-DC961A54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我是江老師</a:t>
            </a:r>
            <a:r>
              <a:rPr kumimoji="1" lang="en-US" altLang="zh-TW" dirty="0"/>
              <a:t>-</a:t>
            </a:r>
            <a:r>
              <a:rPr kumimoji="1" lang="zh-TW" altLang="en-US" dirty="0"/>
              <a:t>限動</a:t>
            </a:r>
            <a:r>
              <a:rPr lang="zh-TW" altLang="en-US" dirty="0"/>
              <a:t>成效數據截圖</a:t>
            </a:r>
          </a:p>
        </p:txBody>
      </p:sp>
      <p:pic>
        <p:nvPicPr>
          <p:cNvPr id="4" name="圖片 3" descr="一張含有 文字, 螢幕擷取畫面, 人的臉孔 的圖片&#10;&#10;AI 產生的內容可能不正確。">
            <a:extLst>
              <a:ext uri="{FF2B5EF4-FFF2-40B4-BE49-F238E27FC236}">
                <a16:creationId xmlns:a16="http://schemas.microsoft.com/office/drawing/2014/main" id="{8348FABB-305B-DF3A-DCB5-9813EC291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224" y="1001166"/>
            <a:ext cx="2481924" cy="5396023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6" name="圖片 5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A9148E2D-7F52-80FD-4DE8-AD29E4957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982" y="1001165"/>
            <a:ext cx="2481924" cy="5396023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8" name="圖片 7" descr="一張含有 文字, 螢幕擷取畫面, 人的臉孔 的圖片&#10;&#10;AI 產生的內容可能不正確。">
            <a:extLst>
              <a:ext uri="{FF2B5EF4-FFF2-40B4-BE49-F238E27FC236}">
                <a16:creationId xmlns:a16="http://schemas.microsoft.com/office/drawing/2014/main" id="{3753B8C9-A62E-8087-3951-D4D3A2746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466" y="1001164"/>
            <a:ext cx="2481924" cy="5396023"/>
          </a:xfrm>
          <a:prstGeom prst="rect">
            <a:avLst/>
          </a:prstGeom>
          <a:ln>
            <a:solidFill>
              <a:srgbClr val="333333"/>
            </a:solidFill>
          </a:ln>
        </p:spPr>
      </p:pic>
    </p:spTree>
    <p:extLst>
      <p:ext uri="{BB962C8B-B14F-4D97-AF65-F5344CB8AC3E}">
        <p14:creationId xmlns:p14="http://schemas.microsoft.com/office/powerpoint/2010/main" val="3434322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F59F-B321-3E37-9093-EFE6CCA73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905C5E-3237-FDC8-BF44-05401E29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崇崇</a:t>
            </a:r>
            <a:r>
              <a:rPr kumimoji="1" lang="en-US" altLang="zh-TW" dirty="0"/>
              <a:t>-</a:t>
            </a:r>
            <a:r>
              <a:rPr kumimoji="1" lang="zh-TW" altLang="en-US" dirty="0"/>
              <a:t>上刊截圖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FD3791-3432-D976-A748-79D5AD30B890}"/>
              </a:ext>
            </a:extLst>
          </p:cNvPr>
          <p:cNvSpPr/>
          <p:nvPr/>
        </p:nvSpPr>
        <p:spPr>
          <a:xfrm>
            <a:off x="1601297" y="1260558"/>
            <a:ext cx="2002848" cy="321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貼文上刊截圖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F7419B-2DFD-E841-CC04-6E5B09EFF365}"/>
              </a:ext>
            </a:extLst>
          </p:cNvPr>
          <p:cNvSpPr/>
          <p:nvPr/>
        </p:nvSpPr>
        <p:spPr>
          <a:xfrm>
            <a:off x="7676686" y="1260558"/>
            <a:ext cx="1911123" cy="321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限動截圖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78D1AF-F9BA-E85B-D990-F4D0D89FC737}"/>
              </a:ext>
            </a:extLst>
          </p:cNvPr>
          <p:cNvSpPr txBox="1">
            <a:spLocks/>
          </p:cNvSpPr>
          <p:nvPr/>
        </p:nvSpPr>
        <p:spPr>
          <a:xfrm>
            <a:off x="3719720" y="1206470"/>
            <a:ext cx="1071216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IG</a:t>
            </a:r>
            <a:r>
              <a:rPr kumimoji="1" lang="zh-TW" altLang="en-US" sz="1400" b="1" dirty="0">
                <a:latin typeface="+mj-ea"/>
                <a:ea typeface="+mj-ea"/>
                <a:hlinkClick r:id="rId2"/>
              </a:rPr>
              <a:t> </a:t>
            </a: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Reels</a:t>
            </a:r>
            <a:endParaRPr kumimoji="1" lang="en" altLang="zh-TW" sz="1400" b="1" dirty="0">
              <a:latin typeface="+mj-ea"/>
              <a:ea typeface="+mj-ea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1453124-79D3-0DE9-5A62-4D0F72FE9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297" y="1841735"/>
            <a:ext cx="5587233" cy="4155028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9" name="圖片 8" descr="一張含有 文字, 螢幕擷取畫面, 服裝, 人的臉孔 的圖片&#10;&#10;AI 產生的內容可能不正確。">
            <a:extLst>
              <a:ext uri="{FF2B5EF4-FFF2-40B4-BE49-F238E27FC236}">
                <a16:creationId xmlns:a16="http://schemas.microsoft.com/office/drawing/2014/main" id="{ACEC369D-D011-9914-D71F-A88C9CC9F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686" y="1841735"/>
            <a:ext cx="1911123" cy="415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0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5B91-20C9-E0B2-7481-08D7BD18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E6538F0-ECC1-3757-1D6B-8933846D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崇崇</a:t>
            </a:r>
            <a:r>
              <a:rPr kumimoji="1" lang="en-US" altLang="zh-TW" dirty="0"/>
              <a:t>-</a:t>
            </a:r>
            <a:r>
              <a:rPr kumimoji="1" lang="zh-TW" altLang="en-US" dirty="0"/>
              <a:t>貼文</a:t>
            </a:r>
            <a:r>
              <a:rPr lang="zh-TW" altLang="en-US" dirty="0"/>
              <a:t>成效數據截圖</a:t>
            </a:r>
          </a:p>
        </p:txBody>
      </p:sp>
      <p:pic>
        <p:nvPicPr>
          <p:cNvPr id="4" name="圖片 3" descr="一張含有 文字, 螢幕擷取畫面, 人的臉孔 的圖片&#10;&#10;AI 產生的內容可能不正確。">
            <a:extLst>
              <a:ext uri="{FF2B5EF4-FFF2-40B4-BE49-F238E27FC236}">
                <a16:creationId xmlns:a16="http://schemas.microsoft.com/office/drawing/2014/main" id="{74EA4BD2-969F-DDF1-F974-711F4FED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972" y="1011487"/>
            <a:ext cx="2413525" cy="5246914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6" name="圖片 5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50EF3329-38B0-3EAA-9F59-B9A895B6D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237" y="1011487"/>
            <a:ext cx="2413525" cy="5246914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8" name="圖片 7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B61AD6D9-91F3-BE76-14FB-42779B2B2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502" y="1011487"/>
            <a:ext cx="2413525" cy="5246914"/>
          </a:xfrm>
          <a:prstGeom prst="rect">
            <a:avLst/>
          </a:prstGeom>
          <a:ln>
            <a:solidFill>
              <a:srgbClr val="333333"/>
            </a:solidFill>
          </a:ln>
        </p:spPr>
      </p:pic>
    </p:spTree>
    <p:extLst>
      <p:ext uri="{BB962C8B-B14F-4D97-AF65-F5344CB8AC3E}">
        <p14:creationId xmlns:p14="http://schemas.microsoft.com/office/powerpoint/2010/main" val="322831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7A94-6C5D-2E60-DD81-7131B69E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74D71AD-C918-330C-8F6D-34A7F3BF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崇崇</a:t>
            </a:r>
            <a:r>
              <a:rPr kumimoji="1" lang="en-US" altLang="zh-TW" dirty="0"/>
              <a:t>-</a:t>
            </a:r>
            <a:r>
              <a:rPr kumimoji="1" lang="zh-TW" altLang="en-US" dirty="0"/>
              <a:t>限動</a:t>
            </a:r>
            <a:r>
              <a:rPr lang="zh-TW" altLang="en-US" dirty="0"/>
              <a:t>成效數據截圖</a:t>
            </a:r>
          </a:p>
        </p:txBody>
      </p:sp>
      <p:pic>
        <p:nvPicPr>
          <p:cNvPr id="4" name="圖片 3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820F99D1-3FE0-8780-5C2C-77725C679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048" y="1001166"/>
            <a:ext cx="2453583" cy="5334000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6" name="圖片 5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34D5DCFF-6D8A-F237-7399-511B171B7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309" y="1001166"/>
            <a:ext cx="2453583" cy="5334000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8" name="圖片 7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B6C4697B-2792-E843-75FA-D5479E1BC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87" y="1001166"/>
            <a:ext cx="2453583" cy="5334000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10" name="圖片 9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BFB7FB26-65BF-3A7B-A426-42D27E019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0570" y="1001166"/>
            <a:ext cx="2453583" cy="5334000"/>
          </a:xfrm>
          <a:prstGeom prst="rect">
            <a:avLst/>
          </a:prstGeom>
          <a:ln>
            <a:solidFill>
              <a:srgbClr val="333333"/>
            </a:solidFill>
          </a:ln>
        </p:spPr>
      </p:pic>
    </p:spTree>
    <p:extLst>
      <p:ext uri="{BB962C8B-B14F-4D97-AF65-F5344CB8AC3E}">
        <p14:creationId xmlns:p14="http://schemas.microsoft.com/office/powerpoint/2010/main" val="565801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5D92-6950-2A5A-F95C-CFF9E0DD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B2B78-00AE-1F5D-D91B-14C47694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Bros Bond -</a:t>
            </a:r>
            <a:r>
              <a:rPr kumimoji="1" lang="zh-TW" altLang="en-US" dirty="0"/>
              <a:t>上刊截圖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D9E554-97C0-EDE1-442C-F569C09913A4}"/>
              </a:ext>
            </a:extLst>
          </p:cNvPr>
          <p:cNvSpPr/>
          <p:nvPr/>
        </p:nvSpPr>
        <p:spPr>
          <a:xfrm>
            <a:off x="1703808" y="1189469"/>
            <a:ext cx="2002848" cy="321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貼文上刊截圖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F06942-8161-85D0-2E93-D3A773A668D3}"/>
              </a:ext>
            </a:extLst>
          </p:cNvPr>
          <p:cNvSpPr/>
          <p:nvPr/>
        </p:nvSpPr>
        <p:spPr>
          <a:xfrm>
            <a:off x="9627153" y="1189469"/>
            <a:ext cx="2002848" cy="321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+mj-ea"/>
                <a:ea typeface="+mj-ea"/>
              </a:rPr>
              <a:t>額外曝光</a:t>
            </a:r>
            <a:r>
              <a:rPr lang="en-US" altLang="zh-TW" sz="1400" b="1" dirty="0">
                <a:latin typeface="+mj-ea"/>
                <a:ea typeface="+mj-ea"/>
              </a:rPr>
              <a:t>-IG</a:t>
            </a:r>
            <a:r>
              <a:rPr lang="zh-TW" altLang="en-US" sz="1400" b="1" dirty="0">
                <a:latin typeface="+mj-ea"/>
                <a:ea typeface="+mj-ea"/>
              </a:rPr>
              <a:t>限動截圖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D8EBE1-F84B-2111-3D06-DFC56ADDAC62}"/>
              </a:ext>
            </a:extLst>
          </p:cNvPr>
          <p:cNvSpPr txBox="1"/>
          <p:nvPr/>
        </p:nvSpPr>
        <p:spPr>
          <a:xfrm>
            <a:off x="3719720" y="1135381"/>
            <a:ext cx="1071216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IG</a:t>
            </a:r>
            <a:r>
              <a:rPr kumimoji="1" lang="zh-TW" altLang="en-US" sz="1400" b="1" dirty="0">
                <a:latin typeface="+mj-ea"/>
                <a:ea typeface="+mj-ea"/>
                <a:hlinkClick r:id="rId2"/>
              </a:rPr>
              <a:t> </a:t>
            </a:r>
            <a:r>
              <a:rPr kumimoji="1" lang="en-US" altLang="zh-TW" sz="1400" b="1" dirty="0">
                <a:latin typeface="+mj-ea"/>
                <a:ea typeface="+mj-ea"/>
                <a:hlinkClick r:id="rId2"/>
              </a:rPr>
              <a:t>Reels</a:t>
            </a:r>
            <a:endParaRPr kumimoji="1" lang="en" altLang="zh-TW" sz="1400" b="1" dirty="0">
              <a:latin typeface="+mj-ea"/>
              <a:ea typeface="+mj-ea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F0BC6F-E3F9-3E60-A642-CAABCA756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875" y="1800930"/>
            <a:ext cx="5630900" cy="4212134"/>
          </a:xfrm>
          <a:prstGeom prst="rect">
            <a:avLst/>
          </a:prstGeom>
          <a:ln>
            <a:solidFill>
              <a:srgbClr val="333333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DE67513-F503-C00B-FFFB-843C034BD1CA}"/>
              </a:ext>
            </a:extLst>
          </p:cNvPr>
          <p:cNvSpPr/>
          <p:nvPr/>
        </p:nvSpPr>
        <p:spPr>
          <a:xfrm>
            <a:off x="7247992" y="1189469"/>
            <a:ext cx="1911123" cy="321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+mj-ea"/>
              </a:rPr>
              <a:t>額外曝光</a:t>
            </a:r>
            <a:r>
              <a:rPr lang="en-US" altLang="zh-TW" sz="1400" b="1" dirty="0">
                <a:latin typeface="+mj-ea"/>
              </a:rPr>
              <a:t>-IG</a:t>
            </a:r>
            <a:r>
              <a:rPr lang="zh-TW" altLang="en-US" sz="1400" b="1" dirty="0">
                <a:latin typeface="+mj-ea"/>
              </a:rPr>
              <a:t>限動截圖 </a:t>
            </a:r>
          </a:p>
        </p:txBody>
      </p:sp>
      <p:pic>
        <p:nvPicPr>
          <p:cNvPr id="9" name="圖片 8" descr="一張含有 文字, 人的臉孔, 螢幕擷取畫面, 人員 的圖片&#10;&#10;AI 產生的內容可能不正確。">
            <a:extLst>
              <a:ext uri="{FF2B5EF4-FFF2-40B4-BE49-F238E27FC236}">
                <a16:creationId xmlns:a16="http://schemas.microsoft.com/office/drawing/2014/main" id="{1213F105-F81C-CDDC-F796-FA459C472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92" y="1800930"/>
            <a:ext cx="1944923" cy="4212134"/>
          </a:xfrm>
          <a:prstGeom prst="rect">
            <a:avLst/>
          </a:prstGeom>
        </p:spPr>
      </p:pic>
      <p:pic>
        <p:nvPicPr>
          <p:cNvPr id="11" name="圖片 10" descr="一張含有 文字, 男人, 螢幕擷取畫面, 服裝 的圖片&#10;&#10;AI 產生的內容可能不正確。">
            <a:extLst>
              <a:ext uri="{FF2B5EF4-FFF2-40B4-BE49-F238E27FC236}">
                <a16:creationId xmlns:a16="http://schemas.microsoft.com/office/drawing/2014/main" id="{6425D777-A8F3-B3D7-C0C8-66EF4B518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116" y="1800930"/>
            <a:ext cx="1944923" cy="421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9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9265-32BE-8272-7DF8-4B9EB32F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B60CE-7C54-40D9-3A60-B6936A7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Bros Bond –</a:t>
            </a:r>
            <a:r>
              <a:rPr kumimoji="1" lang="zh-TW" altLang="en-US" dirty="0"/>
              <a:t>限動</a:t>
            </a:r>
            <a:r>
              <a:rPr kumimoji="1" lang="en-US" altLang="zh-TW" dirty="0"/>
              <a:t>PR</a:t>
            </a:r>
            <a:r>
              <a:rPr kumimoji="1" lang="zh-TW" altLang="en-US" dirty="0"/>
              <a:t>上刊截圖</a:t>
            </a:r>
          </a:p>
        </p:txBody>
      </p:sp>
      <p:pic>
        <p:nvPicPr>
          <p:cNvPr id="8" name="圖片 7" descr="一張含有 文字, 男人, 螢幕擷取畫面, 多媒體 的圖片&#10;&#10;AI 產生的內容可能不正確。">
            <a:extLst>
              <a:ext uri="{FF2B5EF4-FFF2-40B4-BE49-F238E27FC236}">
                <a16:creationId xmlns:a16="http://schemas.microsoft.com/office/drawing/2014/main" id="{8115D921-3457-8D5A-E463-5357AE98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247" y="1741991"/>
            <a:ext cx="1588088" cy="3439332"/>
          </a:xfrm>
          <a:prstGeom prst="rect">
            <a:avLst/>
          </a:prstGeom>
        </p:spPr>
      </p:pic>
      <p:pic>
        <p:nvPicPr>
          <p:cNvPr id="10" name="圖片 9" descr="一張含有 文字, 螢幕擷取畫面, 男人, 多媒體 的圖片&#10;&#10;AI 產生的內容可能不正確。">
            <a:extLst>
              <a:ext uri="{FF2B5EF4-FFF2-40B4-BE49-F238E27FC236}">
                <a16:creationId xmlns:a16="http://schemas.microsoft.com/office/drawing/2014/main" id="{FBF1615B-21B1-0E83-600C-CC8358702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890" y="1741991"/>
            <a:ext cx="1588088" cy="3439332"/>
          </a:xfrm>
          <a:prstGeom prst="rect">
            <a:avLst/>
          </a:prstGeom>
        </p:spPr>
      </p:pic>
      <p:pic>
        <p:nvPicPr>
          <p:cNvPr id="12" name="圖片 11" descr="一張含有 文字, 螢幕擷取畫面, 多媒體, 多媒體軟體 的圖片&#10;&#10;AI 產生的內容可能不正確。">
            <a:extLst>
              <a:ext uri="{FF2B5EF4-FFF2-40B4-BE49-F238E27FC236}">
                <a16:creationId xmlns:a16="http://schemas.microsoft.com/office/drawing/2014/main" id="{E7DCA3DD-4713-92B4-C765-531CFF036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533" y="1741991"/>
            <a:ext cx="1588088" cy="3439332"/>
          </a:xfrm>
          <a:prstGeom prst="rect">
            <a:avLst/>
          </a:prstGeom>
        </p:spPr>
      </p:pic>
      <p:pic>
        <p:nvPicPr>
          <p:cNvPr id="14" name="圖片 13" descr="一張含有 文字, 螢幕擷取畫面, 男人, 多媒體 的圖片&#10;&#10;AI 產生的內容可能不正確。">
            <a:extLst>
              <a:ext uri="{FF2B5EF4-FFF2-40B4-BE49-F238E27FC236}">
                <a16:creationId xmlns:a16="http://schemas.microsoft.com/office/drawing/2014/main" id="{F0A9E229-5D5C-F8C4-BB9F-29BA2410F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85" y="1741991"/>
            <a:ext cx="1588088" cy="3439332"/>
          </a:xfrm>
          <a:prstGeom prst="rect">
            <a:avLst/>
          </a:prstGeom>
        </p:spPr>
      </p:pic>
      <p:pic>
        <p:nvPicPr>
          <p:cNvPr id="16" name="圖片 15" descr="一張含有 文字, 男人, 螢幕擷取畫面, 多媒體 的圖片&#10;&#10;AI 產生的內容可能不正確。">
            <a:extLst>
              <a:ext uri="{FF2B5EF4-FFF2-40B4-BE49-F238E27FC236}">
                <a16:creationId xmlns:a16="http://schemas.microsoft.com/office/drawing/2014/main" id="{654D0D74-99EC-2894-80F9-81D273FCA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2604" y="1741991"/>
            <a:ext cx="1588088" cy="3439332"/>
          </a:xfrm>
          <a:prstGeom prst="rect">
            <a:avLst/>
          </a:prstGeom>
        </p:spPr>
      </p:pic>
      <p:pic>
        <p:nvPicPr>
          <p:cNvPr id="18" name="圖片 17" descr="一張含有 文字, 男人, 螢幕擷取畫面, 多媒體 的圖片&#10;&#10;AI 產生的內容可能不正確。">
            <a:extLst>
              <a:ext uri="{FF2B5EF4-FFF2-40B4-BE49-F238E27FC236}">
                <a16:creationId xmlns:a16="http://schemas.microsoft.com/office/drawing/2014/main" id="{17E3E2F9-F2FD-21DC-B0A9-70BB120EDD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961" y="1709334"/>
            <a:ext cx="1588088" cy="3439332"/>
          </a:xfrm>
          <a:prstGeom prst="rect">
            <a:avLst/>
          </a:prstGeom>
        </p:spPr>
      </p:pic>
      <p:pic>
        <p:nvPicPr>
          <p:cNvPr id="20" name="圖片 19" descr="一張含有 文字, 螢幕擷取畫面, 多媒體, 男人 的圖片&#10;&#10;AI 產生的內容可能不正確。">
            <a:extLst>
              <a:ext uri="{FF2B5EF4-FFF2-40B4-BE49-F238E27FC236}">
                <a16:creationId xmlns:a16="http://schemas.microsoft.com/office/drawing/2014/main" id="{5F4EDB24-489E-511D-EEB9-7FC03FECB8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579" y="1709334"/>
            <a:ext cx="1588088" cy="343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83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C856-F2AF-84F1-4C85-D507B9E55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49F9962-4AC3-9466-815E-3E6819E3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Bros Bond- -</a:t>
            </a:r>
            <a:r>
              <a:rPr kumimoji="1" lang="zh-TW" altLang="en-US" dirty="0"/>
              <a:t>限動</a:t>
            </a:r>
            <a:r>
              <a:rPr lang="zh-TW" altLang="en-US" dirty="0"/>
              <a:t>成效數據截圖</a:t>
            </a:r>
          </a:p>
        </p:txBody>
      </p:sp>
      <p:pic>
        <p:nvPicPr>
          <p:cNvPr id="5" name="圖片 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0770FAC0-358F-0CCB-F642-39C720C8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00" y="1090732"/>
            <a:ext cx="2377047" cy="5147989"/>
          </a:xfrm>
          <a:prstGeom prst="rect">
            <a:avLst/>
          </a:prstGeom>
        </p:spPr>
      </p:pic>
      <p:pic>
        <p:nvPicPr>
          <p:cNvPr id="12" name="圖片 11" descr="一張含有 文字, 螢幕擷取畫面, 軟體, 多媒體 的圖片&#10;&#10;AI 產生的內容可能不正確。">
            <a:extLst>
              <a:ext uri="{FF2B5EF4-FFF2-40B4-BE49-F238E27FC236}">
                <a16:creationId xmlns:a16="http://schemas.microsoft.com/office/drawing/2014/main" id="{F5A5626B-7641-43B3-C002-D85A5BA17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378" y="1090731"/>
            <a:ext cx="2377047" cy="5147990"/>
          </a:xfrm>
          <a:prstGeom prst="rect">
            <a:avLst/>
          </a:prstGeom>
        </p:spPr>
      </p:pic>
      <p:pic>
        <p:nvPicPr>
          <p:cNvPr id="14" name="圖片 13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2AC6BE47-41C3-523D-7F9D-8DC73D97D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556" y="1090730"/>
            <a:ext cx="2377047" cy="5147989"/>
          </a:xfrm>
          <a:prstGeom prst="rect">
            <a:avLst/>
          </a:prstGeom>
        </p:spPr>
      </p:pic>
      <p:pic>
        <p:nvPicPr>
          <p:cNvPr id="16" name="圖片 15" descr="一張含有 文字, 螢幕擷取畫面, 軟體, 多媒體 的圖片&#10;&#10;AI 產生的內容可能不正確。">
            <a:extLst>
              <a:ext uri="{FF2B5EF4-FFF2-40B4-BE49-F238E27FC236}">
                <a16:creationId xmlns:a16="http://schemas.microsoft.com/office/drawing/2014/main" id="{B6B0481D-7C07-C4C8-7FB7-F6EE5B592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734" y="1090732"/>
            <a:ext cx="2377047" cy="514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72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FABC-944D-D0F7-A09A-74F747FC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9F0228E-C4DB-1AB8-C2C8-8DA338C5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Bros Bond-</a:t>
            </a:r>
            <a:r>
              <a:rPr kumimoji="1" lang="zh-TW" altLang="en-US" dirty="0"/>
              <a:t>貼文</a:t>
            </a:r>
            <a:r>
              <a:rPr lang="zh-TW" altLang="en-US" dirty="0"/>
              <a:t>成效數據截圖</a:t>
            </a:r>
            <a:r>
              <a:rPr lang="en-US" altLang="zh-TW" dirty="0"/>
              <a:t>(</a:t>
            </a:r>
            <a:r>
              <a:rPr lang="zh-TW" altLang="en-US" dirty="0"/>
              <a:t>投廣前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 descr="一張含有 文字, 螢幕擷取畫面, 軟體, 多媒體 的圖片&#10;&#10;AI 產生的內容可能不正確。">
            <a:extLst>
              <a:ext uri="{FF2B5EF4-FFF2-40B4-BE49-F238E27FC236}">
                <a16:creationId xmlns:a16="http://schemas.microsoft.com/office/drawing/2014/main" id="{3852BE50-8A3C-A72D-DBD1-00ADE9CDF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00" y="1136000"/>
            <a:ext cx="2340656" cy="5069177"/>
          </a:xfrm>
          <a:prstGeom prst="rect">
            <a:avLst/>
          </a:prstGeom>
        </p:spPr>
      </p:pic>
      <p:pic>
        <p:nvPicPr>
          <p:cNvPr id="6" name="圖片 5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95408DA8-702D-BC4B-1E75-CA2111674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049" y="1135999"/>
            <a:ext cx="2340656" cy="5069177"/>
          </a:xfrm>
          <a:prstGeom prst="rect">
            <a:avLst/>
          </a:prstGeom>
        </p:spPr>
      </p:pic>
      <p:pic>
        <p:nvPicPr>
          <p:cNvPr id="10" name="圖片 9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877A65AA-AB6E-3287-B402-50BEE5A20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598" y="1136001"/>
            <a:ext cx="2340656" cy="5069176"/>
          </a:xfrm>
          <a:prstGeom prst="rect">
            <a:avLst/>
          </a:prstGeom>
        </p:spPr>
      </p:pic>
      <p:pic>
        <p:nvPicPr>
          <p:cNvPr id="12" name="圖片 11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71224B26-8114-F2B8-47A1-046503731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147" y="1135998"/>
            <a:ext cx="2340656" cy="506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13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1D342-CEA9-8123-B1D3-C5C9942F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C3F2C2D-7130-47C6-3298-1DAF4C81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Bros Bond -</a:t>
            </a:r>
            <a:r>
              <a:rPr kumimoji="1" lang="zh-TW" altLang="en-US" dirty="0"/>
              <a:t>貼文</a:t>
            </a:r>
            <a:r>
              <a:rPr lang="zh-TW" altLang="en-US" dirty="0"/>
              <a:t>成效數據截圖</a:t>
            </a:r>
            <a:r>
              <a:rPr lang="en-US" altLang="zh-TW" dirty="0"/>
              <a:t>(</a:t>
            </a:r>
            <a:r>
              <a:rPr lang="zh-TW" altLang="en-US" dirty="0"/>
              <a:t>投廣後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 descr="一張含有 文字, 螢幕擷取畫面, 軟體, 多媒體 的圖片&#10;&#10;AI 產生的內容可能不正確。">
            <a:extLst>
              <a:ext uri="{FF2B5EF4-FFF2-40B4-BE49-F238E27FC236}">
                <a16:creationId xmlns:a16="http://schemas.microsoft.com/office/drawing/2014/main" id="{97A305A4-5A16-D204-A45C-FDD44D293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23" y="1175338"/>
            <a:ext cx="2321641" cy="5027996"/>
          </a:xfrm>
          <a:prstGeom prst="rect">
            <a:avLst/>
          </a:prstGeom>
        </p:spPr>
      </p:pic>
      <p:pic>
        <p:nvPicPr>
          <p:cNvPr id="6" name="圖片 5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B897D375-7704-18FA-0FCF-BAB9D27E3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405" y="1175338"/>
            <a:ext cx="2321641" cy="5027996"/>
          </a:xfrm>
          <a:prstGeom prst="rect">
            <a:avLst/>
          </a:prstGeom>
        </p:spPr>
      </p:pic>
      <p:pic>
        <p:nvPicPr>
          <p:cNvPr id="8" name="圖片 7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E3313173-B4AE-1555-5BDC-FF51BB7CC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087" y="1175338"/>
            <a:ext cx="2321641" cy="5027996"/>
          </a:xfrm>
          <a:prstGeom prst="rect">
            <a:avLst/>
          </a:prstGeom>
        </p:spPr>
      </p:pic>
      <p:pic>
        <p:nvPicPr>
          <p:cNvPr id="10" name="圖片 9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7908C2E0-A7D8-9AAD-871B-F749A84CB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9769" y="1175338"/>
            <a:ext cx="2321641" cy="502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56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DE0C-527D-8BB4-B009-FB0B17D7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E7CAAD4-CD0D-27E2-3768-A6401B42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成效總覽</a:t>
            </a:r>
            <a:r>
              <a:rPr lang="en-US" altLang="zh-TW" dirty="0"/>
              <a:t>-</a:t>
            </a:r>
            <a:r>
              <a:rPr lang="zh-TW" altLang="en-US" dirty="0"/>
              <a:t>貼文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E9F4E56-8BFE-8789-208A-4BCD0351C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427794"/>
              </p:ext>
            </p:extLst>
          </p:nvPr>
        </p:nvGraphicFramePr>
        <p:xfrm>
          <a:off x="1005840" y="1217066"/>
          <a:ext cx="10505439" cy="41482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75853">
                  <a:extLst>
                    <a:ext uri="{9D8B030D-6E8A-4147-A177-3AD203B41FA5}">
                      <a16:colId xmlns:a16="http://schemas.microsoft.com/office/drawing/2014/main" val="2936426004"/>
                    </a:ext>
                  </a:extLst>
                </a:gridCol>
                <a:gridCol w="1007640">
                  <a:extLst>
                    <a:ext uri="{9D8B030D-6E8A-4147-A177-3AD203B41FA5}">
                      <a16:colId xmlns:a16="http://schemas.microsoft.com/office/drawing/2014/main" val="953600421"/>
                    </a:ext>
                  </a:extLst>
                </a:gridCol>
                <a:gridCol w="736100">
                  <a:extLst>
                    <a:ext uri="{9D8B030D-6E8A-4147-A177-3AD203B41FA5}">
                      <a16:colId xmlns:a16="http://schemas.microsoft.com/office/drawing/2014/main" val="4216072725"/>
                    </a:ext>
                  </a:extLst>
                </a:gridCol>
                <a:gridCol w="893134">
                  <a:extLst>
                    <a:ext uri="{9D8B030D-6E8A-4147-A177-3AD203B41FA5}">
                      <a16:colId xmlns:a16="http://schemas.microsoft.com/office/drawing/2014/main" val="2711311535"/>
                    </a:ext>
                  </a:extLst>
                </a:gridCol>
                <a:gridCol w="1005362">
                  <a:extLst>
                    <a:ext uri="{9D8B030D-6E8A-4147-A177-3AD203B41FA5}">
                      <a16:colId xmlns:a16="http://schemas.microsoft.com/office/drawing/2014/main" val="2285866955"/>
                    </a:ext>
                  </a:extLst>
                </a:gridCol>
                <a:gridCol w="705368">
                  <a:extLst>
                    <a:ext uri="{9D8B030D-6E8A-4147-A177-3AD203B41FA5}">
                      <a16:colId xmlns:a16="http://schemas.microsoft.com/office/drawing/2014/main" val="2041104189"/>
                    </a:ext>
                  </a:extLst>
                </a:gridCol>
                <a:gridCol w="736466">
                  <a:extLst>
                    <a:ext uri="{9D8B030D-6E8A-4147-A177-3AD203B41FA5}">
                      <a16:colId xmlns:a16="http://schemas.microsoft.com/office/drawing/2014/main" val="381622608"/>
                    </a:ext>
                  </a:extLst>
                </a:gridCol>
                <a:gridCol w="706200">
                  <a:extLst>
                    <a:ext uri="{9D8B030D-6E8A-4147-A177-3AD203B41FA5}">
                      <a16:colId xmlns:a16="http://schemas.microsoft.com/office/drawing/2014/main" val="560737996"/>
                    </a:ext>
                  </a:extLst>
                </a:gridCol>
                <a:gridCol w="706200">
                  <a:extLst>
                    <a:ext uri="{9D8B030D-6E8A-4147-A177-3AD203B41FA5}">
                      <a16:colId xmlns:a16="http://schemas.microsoft.com/office/drawing/2014/main" val="3745779687"/>
                    </a:ext>
                  </a:extLst>
                </a:gridCol>
                <a:gridCol w="926237">
                  <a:extLst>
                    <a:ext uri="{9D8B030D-6E8A-4147-A177-3AD203B41FA5}">
                      <a16:colId xmlns:a16="http://schemas.microsoft.com/office/drawing/2014/main" val="220231888"/>
                    </a:ext>
                  </a:extLst>
                </a:gridCol>
                <a:gridCol w="809171">
                  <a:extLst>
                    <a:ext uri="{9D8B030D-6E8A-4147-A177-3AD203B41FA5}">
                      <a16:colId xmlns:a16="http://schemas.microsoft.com/office/drawing/2014/main" val="731627989"/>
                    </a:ext>
                  </a:extLst>
                </a:gridCol>
                <a:gridCol w="897708">
                  <a:extLst>
                    <a:ext uri="{9D8B030D-6E8A-4147-A177-3AD203B41FA5}">
                      <a16:colId xmlns:a16="http://schemas.microsoft.com/office/drawing/2014/main" val="490404457"/>
                    </a:ext>
                  </a:extLst>
                </a:gridCol>
              </a:tblGrid>
              <a:tr h="4906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KOL</a:t>
                      </a:r>
                      <a:endParaRPr lang="en-US" altLang="en-US" sz="1200" b="1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上線日期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平台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連結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粉絲數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按讚數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留言數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分享數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收藏數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觀看次數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互動率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觸及人數 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5614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面白大丈夫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11/05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3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123,000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2,967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45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236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54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75,453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2.68%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33,764</a:t>
                      </a:r>
                    </a:p>
                  </a:txBody>
                  <a:tcPr marL="6714" marR="6714" marT="4476" marB="4476" anchor="ctr"/>
                </a:tc>
                <a:extLst>
                  <a:ext uri="{0D108BD9-81ED-4DB2-BD59-A6C34878D82A}">
                    <a16:rowId xmlns:a16="http://schemas.microsoft.com/office/drawing/2014/main" val="394997843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我是江老師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11/07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4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295,000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1,674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105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46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77,198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0.63%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46,832</a:t>
                      </a:r>
                    </a:p>
                  </a:txBody>
                  <a:tcPr marL="6714" marR="6714" marT="4476" marB="4476" anchor="ctr"/>
                </a:tc>
                <a:extLst>
                  <a:ext uri="{0D108BD9-81ED-4DB2-BD59-A6C34878D82A}">
                    <a16:rowId xmlns:a16="http://schemas.microsoft.com/office/drawing/2014/main" val="153597696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崇崇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11/12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5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214,000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3,797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179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131,175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1.87%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63,990</a:t>
                      </a:r>
                    </a:p>
                  </a:txBody>
                  <a:tcPr marL="6714" marR="6714" marT="4476" marB="4476" anchor="ctr"/>
                </a:tc>
                <a:extLst>
                  <a:ext uri="{0D108BD9-81ED-4DB2-BD59-A6C34878D82A}">
                    <a16:rowId xmlns:a16="http://schemas.microsoft.com/office/drawing/2014/main" val="190724927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Bros Bond</a:t>
                      </a:r>
                      <a:b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</a:b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投廣前</a:t>
                      </a: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11/12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6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359,000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2,210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46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146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62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71,846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0.68%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41306</a:t>
                      </a:r>
                    </a:p>
                  </a:txBody>
                  <a:tcPr marL="6714" marR="6714" marT="4476" marB="4476" anchor="ctr"/>
                </a:tc>
                <a:extLst>
                  <a:ext uri="{0D108BD9-81ED-4DB2-BD59-A6C34878D82A}">
                    <a16:rowId xmlns:a16="http://schemas.microsoft.com/office/drawing/2014/main" val="70145290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Bros Bond</a:t>
                      </a:r>
                      <a:b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</a:b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投廣後</a:t>
                      </a: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11/12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6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359,000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5,707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97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462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151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1,465,850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1.78%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852809</a:t>
                      </a:r>
                    </a:p>
                  </a:txBody>
                  <a:tcPr marL="6714" marR="6714" marT="4476" marB="4476" anchor="ctr"/>
                </a:tc>
                <a:extLst>
                  <a:ext uri="{0D108BD9-81ED-4DB2-BD59-A6C34878D82A}">
                    <a16:rowId xmlns:a16="http://schemas.microsoft.com/office/drawing/2014/main" val="507992809"/>
                  </a:ext>
                </a:extLst>
              </a:tr>
            </a:tbl>
          </a:graphicData>
        </a:graphic>
      </p:graphicFrame>
      <p:sp>
        <p:nvSpPr>
          <p:cNvPr id="4" name="標題 2">
            <a:extLst>
              <a:ext uri="{FF2B5EF4-FFF2-40B4-BE49-F238E27FC236}">
                <a16:creationId xmlns:a16="http://schemas.microsoft.com/office/drawing/2014/main" id="{B306EB99-A499-8152-6BB6-296278A0E1DE}"/>
              </a:ext>
            </a:extLst>
          </p:cNvPr>
          <p:cNvSpPr txBox="1">
            <a:spLocks/>
          </p:cNvSpPr>
          <p:nvPr/>
        </p:nvSpPr>
        <p:spPr>
          <a:xfrm>
            <a:off x="9122791" y="524508"/>
            <a:ext cx="2729518" cy="3537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b="0" dirty="0">
                <a:latin typeface="+mn-ea"/>
                <a:ea typeface="+mn-ea"/>
              </a:rPr>
              <a:t>統計區間：</a:t>
            </a:r>
            <a:r>
              <a:rPr lang="en-US" altLang="zh-TW" sz="1200" b="0" dirty="0">
                <a:latin typeface="+mn-ea"/>
                <a:ea typeface="+mn-ea"/>
              </a:rPr>
              <a:t>2025/11/05-2025/12/01</a:t>
            </a:r>
            <a:endParaRPr lang="zh-TW" altLang="en-US" sz="12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2063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2DE8-CAD9-531C-0B9E-C5E81563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0A79B58-1EAA-521A-2565-C7D9CF37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成效總覽</a:t>
            </a:r>
            <a:r>
              <a:rPr lang="en-US" altLang="zh-TW" dirty="0"/>
              <a:t>-</a:t>
            </a:r>
            <a:r>
              <a:rPr lang="zh-TW" altLang="en-US" dirty="0"/>
              <a:t>限動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EE82BC4-6B2E-E52F-8742-7134ABD9D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395437"/>
              </p:ext>
            </p:extLst>
          </p:nvPr>
        </p:nvGraphicFramePr>
        <p:xfrm>
          <a:off x="1005840" y="1217066"/>
          <a:ext cx="10505439" cy="34358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96140">
                  <a:extLst>
                    <a:ext uri="{9D8B030D-6E8A-4147-A177-3AD203B41FA5}">
                      <a16:colId xmlns:a16="http://schemas.microsoft.com/office/drawing/2014/main" val="2936426004"/>
                    </a:ext>
                  </a:extLst>
                </a:gridCol>
                <a:gridCol w="787353">
                  <a:extLst>
                    <a:ext uri="{9D8B030D-6E8A-4147-A177-3AD203B41FA5}">
                      <a16:colId xmlns:a16="http://schemas.microsoft.com/office/drawing/2014/main" val="953600421"/>
                    </a:ext>
                  </a:extLst>
                </a:gridCol>
                <a:gridCol w="922958">
                  <a:extLst>
                    <a:ext uri="{9D8B030D-6E8A-4147-A177-3AD203B41FA5}">
                      <a16:colId xmlns:a16="http://schemas.microsoft.com/office/drawing/2014/main" val="4216072725"/>
                    </a:ext>
                  </a:extLst>
                </a:gridCol>
                <a:gridCol w="922958">
                  <a:extLst>
                    <a:ext uri="{9D8B030D-6E8A-4147-A177-3AD203B41FA5}">
                      <a16:colId xmlns:a16="http://schemas.microsoft.com/office/drawing/2014/main" val="2711311535"/>
                    </a:ext>
                  </a:extLst>
                </a:gridCol>
                <a:gridCol w="788680">
                  <a:extLst>
                    <a:ext uri="{9D8B030D-6E8A-4147-A177-3AD203B41FA5}">
                      <a16:colId xmlns:a16="http://schemas.microsoft.com/office/drawing/2014/main" val="2285866955"/>
                    </a:ext>
                  </a:extLst>
                </a:gridCol>
                <a:gridCol w="705368">
                  <a:extLst>
                    <a:ext uri="{9D8B030D-6E8A-4147-A177-3AD203B41FA5}">
                      <a16:colId xmlns:a16="http://schemas.microsoft.com/office/drawing/2014/main" val="2041104189"/>
                    </a:ext>
                  </a:extLst>
                </a:gridCol>
                <a:gridCol w="736466">
                  <a:extLst>
                    <a:ext uri="{9D8B030D-6E8A-4147-A177-3AD203B41FA5}">
                      <a16:colId xmlns:a16="http://schemas.microsoft.com/office/drawing/2014/main" val="381622608"/>
                    </a:ext>
                  </a:extLst>
                </a:gridCol>
                <a:gridCol w="706200">
                  <a:extLst>
                    <a:ext uri="{9D8B030D-6E8A-4147-A177-3AD203B41FA5}">
                      <a16:colId xmlns:a16="http://schemas.microsoft.com/office/drawing/2014/main" val="560737996"/>
                    </a:ext>
                  </a:extLst>
                </a:gridCol>
                <a:gridCol w="706200">
                  <a:extLst>
                    <a:ext uri="{9D8B030D-6E8A-4147-A177-3AD203B41FA5}">
                      <a16:colId xmlns:a16="http://schemas.microsoft.com/office/drawing/2014/main" val="3745779687"/>
                    </a:ext>
                  </a:extLst>
                </a:gridCol>
                <a:gridCol w="926237">
                  <a:extLst>
                    <a:ext uri="{9D8B030D-6E8A-4147-A177-3AD203B41FA5}">
                      <a16:colId xmlns:a16="http://schemas.microsoft.com/office/drawing/2014/main" val="220231888"/>
                    </a:ext>
                  </a:extLst>
                </a:gridCol>
                <a:gridCol w="693255">
                  <a:extLst>
                    <a:ext uri="{9D8B030D-6E8A-4147-A177-3AD203B41FA5}">
                      <a16:colId xmlns:a16="http://schemas.microsoft.com/office/drawing/2014/main" val="731627989"/>
                    </a:ext>
                  </a:extLst>
                </a:gridCol>
                <a:gridCol w="1013624">
                  <a:extLst>
                    <a:ext uri="{9D8B030D-6E8A-4147-A177-3AD203B41FA5}">
                      <a16:colId xmlns:a16="http://schemas.microsoft.com/office/drawing/2014/main" val="490404457"/>
                    </a:ext>
                  </a:extLst>
                </a:gridCol>
              </a:tblGrid>
              <a:tr h="5097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KOL</a:t>
                      </a:r>
                      <a:endParaRPr lang="en-US" altLang="en-US" sz="1100" b="1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上線日期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平台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連結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粉絲數</a:t>
                      </a:r>
                      <a:endParaRPr lang="en-US" altLang="zh-TW" sz="11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觀看數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按讚數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回覆次數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分享次數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連結點擊</a:t>
                      </a:r>
                      <a:endParaRPr lang="en-US" altLang="zh-TW" sz="11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點擊帳號次數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觸及人數 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20713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面白大丈夫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11/05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3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123,000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5,134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4,135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99685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我是江老師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11/07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4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295,000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12,165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79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10,765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18811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崇崇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11/12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5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214,000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14,231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25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12,745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2753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Bros Bond</a:t>
                      </a:r>
                      <a:endParaRPr kumimoji="0" lang="zh-TW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11/12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IG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rId6"/>
                        </a:rPr>
                        <a:t>LINK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359,000</a:t>
                      </a:r>
                    </a:p>
                  </a:txBody>
                  <a:tcPr marL="19050" marR="19050" marT="12700" marB="127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4,304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24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3,887</a:t>
                      </a:r>
                      <a:endParaRPr lang="zh-TW" altLang="en-US" sz="11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14" marR="6714" marT="4476" marB="44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541182"/>
                  </a:ext>
                </a:extLst>
              </a:tr>
            </a:tbl>
          </a:graphicData>
        </a:graphic>
      </p:graphicFrame>
      <p:sp>
        <p:nvSpPr>
          <p:cNvPr id="4" name="標題 2">
            <a:extLst>
              <a:ext uri="{FF2B5EF4-FFF2-40B4-BE49-F238E27FC236}">
                <a16:creationId xmlns:a16="http://schemas.microsoft.com/office/drawing/2014/main" id="{A90772E7-F6E0-6BCF-0B0C-62500B7DC399}"/>
              </a:ext>
            </a:extLst>
          </p:cNvPr>
          <p:cNvSpPr txBox="1">
            <a:spLocks/>
          </p:cNvSpPr>
          <p:nvPr/>
        </p:nvSpPr>
        <p:spPr>
          <a:xfrm>
            <a:off x="9122791" y="524508"/>
            <a:ext cx="2729518" cy="3537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b="0" dirty="0">
                <a:latin typeface="+mn-ea"/>
              </a:rPr>
              <a:t>統計區間：</a:t>
            </a:r>
            <a:r>
              <a:rPr lang="en-US" altLang="zh-TW" sz="1200" b="0" dirty="0">
                <a:latin typeface="+mn-ea"/>
              </a:rPr>
              <a:t>2025/11/05-2025/12/01</a:t>
            </a:r>
            <a:endParaRPr lang="zh-TW" altLang="en-US" sz="12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7784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">
            <a:extLst>
              <a:ext uri="{FF2B5EF4-FFF2-40B4-BE49-F238E27FC236}">
                <a16:creationId xmlns:a16="http://schemas.microsoft.com/office/drawing/2014/main" id="{25434E33-F852-9BEC-7A5B-25731DB7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13" y="2152479"/>
            <a:ext cx="4555053" cy="592161"/>
          </a:xfrm>
        </p:spPr>
        <p:txBody>
          <a:bodyPr/>
          <a:lstStyle/>
          <a:p>
            <a:pPr algn="ctr"/>
            <a:r>
              <a:rPr lang="zh-TW" altLang="en-US" sz="3600" dirty="0"/>
              <a:t>合作心得</a:t>
            </a:r>
            <a:r>
              <a:rPr lang="en-US" altLang="zh-TW" sz="3600" dirty="0"/>
              <a:t>-</a:t>
            </a:r>
            <a:r>
              <a:rPr lang="zh-TW" altLang="en-US" sz="3600" dirty="0"/>
              <a:t> </a:t>
            </a:r>
            <a:r>
              <a:rPr lang="en-US" altLang="zh-TW" sz="3600" dirty="0"/>
              <a:t>KOL</a:t>
            </a:r>
            <a:r>
              <a:rPr lang="zh-TW" altLang="en-US" sz="3600" dirty="0"/>
              <a:t> </a:t>
            </a:r>
            <a:r>
              <a:rPr lang="en-US" altLang="zh-TW" sz="3600" dirty="0"/>
              <a:t>Team</a:t>
            </a:r>
            <a:endParaRPr lang="zh-TW" altLang="en-US" sz="3600" dirty="0"/>
          </a:p>
        </p:txBody>
      </p:sp>
      <p:sp>
        <p:nvSpPr>
          <p:cNvPr id="9" name="文字版面配置區 3">
            <a:extLst>
              <a:ext uri="{FF2B5EF4-FFF2-40B4-BE49-F238E27FC236}">
                <a16:creationId xmlns:a16="http://schemas.microsoft.com/office/drawing/2014/main" id="{96A39E2E-95F7-EB06-6B09-D2F9028180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1556" y="2900362"/>
            <a:ext cx="4300565" cy="3449638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dirty="0"/>
              <a:t>本次專案共合作四位</a:t>
            </a:r>
            <a:r>
              <a:rPr lang="en-US" altLang="zh-TW" dirty="0"/>
              <a:t>KOL</a:t>
            </a:r>
            <a:r>
              <a:rPr lang="zh-TW" altLang="en-US" dirty="0"/>
              <a:t>，雖然初期腳本討論時間較長，但後續影片拍攝及上線流程皆順利，四位人選的成效表現也相當理想。特別是</a:t>
            </a:r>
            <a:r>
              <a:rPr lang="en-US" altLang="zh-TW" dirty="0"/>
              <a:t>Bros Bond</a:t>
            </a:r>
            <a:r>
              <a:rPr lang="zh-TW" altLang="en-US" dirty="0"/>
              <a:t>的成效超出預期，獲得客戶高度肯定。整體合作過程順暢，成果令人滿意。</a:t>
            </a:r>
            <a:endParaRPr lang="en-US" altLang="zh-TW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FD66695-3240-3AD1-24C6-3C1D693D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13" b="26913"/>
          <a:stretch/>
        </p:blipFill>
        <p:spPr>
          <a:xfrm>
            <a:off x="7085333" y="2448560"/>
            <a:ext cx="2641280" cy="2641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49292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500505"/>
      </p:ext>
    </p:extLst>
  </p:cSld>
  <p:clrMapOvr>
    <a:masterClrMapping/>
  </p:clrMapOvr>
</p:sld>
</file>

<file path=ppt/theme/theme1.xml><?xml version="1.0" encoding="utf-8"?>
<a:theme xmlns:a="http://schemas.openxmlformats.org/drawingml/2006/main" name="2024_DAC_temp_ne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4" id="{9A9AAB85-0F0F-4240-9218-728318C46DD4}" vid="{D9D1B56B-547D-FA4F-9243-B4F813C3FA9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小熊餅乾_結案報告</Template>
  <TotalTime>125</TotalTime>
  <Words>513</Words>
  <Application>Microsoft Office PowerPoint</Application>
  <PresentationFormat>寬螢幕</PresentationFormat>
  <Paragraphs>174</Paragraphs>
  <Slides>20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微軟正黑體</vt:lpstr>
      <vt:lpstr>Arial</vt:lpstr>
      <vt:lpstr>Calibri</vt:lpstr>
      <vt:lpstr>2024_DAC_temp_new</vt:lpstr>
      <vt:lpstr>樂天 小熊餅乾</vt:lpstr>
      <vt:lpstr>KOL成效數據</vt:lpstr>
      <vt:lpstr>面白大丈夫-上刊截圖</vt:lpstr>
      <vt:lpstr>面白大丈夫-貼文成效數據截圖</vt:lpstr>
      <vt:lpstr>面白大丈夫-限動成效數據截圖</vt:lpstr>
      <vt:lpstr>我是江老師-上刊截圖</vt:lpstr>
      <vt:lpstr>我是江老師-貼文成效數據截圖</vt:lpstr>
      <vt:lpstr>我是江老師-限動成效數據截圖</vt:lpstr>
      <vt:lpstr>崇崇-上刊截圖</vt:lpstr>
      <vt:lpstr>崇崇-貼文成效數據截圖</vt:lpstr>
      <vt:lpstr>崇崇-限動成效數據截圖</vt:lpstr>
      <vt:lpstr>Bros Bond -上刊截圖</vt:lpstr>
      <vt:lpstr>Bros Bond –限動PR上刊截圖</vt:lpstr>
      <vt:lpstr>Bros Bond- -限動成效數據截圖</vt:lpstr>
      <vt:lpstr>Bros Bond-貼文成效數據截圖(投廣前)</vt:lpstr>
      <vt:lpstr>Bros Bond -貼文成效數據截圖(投廣後)</vt:lpstr>
      <vt:lpstr>成效總覽-貼文</vt:lpstr>
      <vt:lpstr>成效總覽-限動</vt:lpstr>
      <vt:lpstr>合作心得- KOL Team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Hailey Lai</dc:creator>
  <cp:lastModifiedBy>Hailey Lai</cp:lastModifiedBy>
  <cp:revision>1</cp:revision>
  <dcterms:created xsi:type="dcterms:W3CDTF">2025-11-25T06:50:09Z</dcterms:created>
  <dcterms:modified xsi:type="dcterms:W3CDTF">2025-12-04T09:20:50Z</dcterms:modified>
</cp:coreProperties>
</file>